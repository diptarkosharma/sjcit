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51"/>
  </p:notesMasterIdLst>
  <p:sldIdLst>
    <p:sldId id="256" r:id="rId2"/>
    <p:sldId id="257" r:id="rId3"/>
    <p:sldId id="272" r:id="rId4"/>
    <p:sldId id="258" r:id="rId5"/>
    <p:sldId id="259" r:id="rId6"/>
    <p:sldId id="260" r:id="rId7"/>
    <p:sldId id="297" r:id="rId8"/>
    <p:sldId id="287" r:id="rId9"/>
    <p:sldId id="288" r:id="rId10"/>
    <p:sldId id="289" r:id="rId11"/>
    <p:sldId id="290" r:id="rId12"/>
    <p:sldId id="291" r:id="rId13"/>
    <p:sldId id="292" r:id="rId14"/>
    <p:sldId id="271" r:id="rId15"/>
    <p:sldId id="261" r:id="rId16"/>
    <p:sldId id="262" r:id="rId17"/>
    <p:sldId id="263" r:id="rId18"/>
    <p:sldId id="264" r:id="rId19"/>
    <p:sldId id="265" r:id="rId20"/>
    <p:sldId id="266" r:id="rId21"/>
    <p:sldId id="267" r:id="rId22"/>
    <p:sldId id="268" r:id="rId23"/>
    <p:sldId id="269" r:id="rId24"/>
    <p:sldId id="293" r:id="rId25"/>
    <p:sldId id="294" r:id="rId26"/>
    <p:sldId id="279" r:id="rId27"/>
    <p:sldId id="280" r:id="rId28"/>
    <p:sldId id="281" r:id="rId29"/>
    <p:sldId id="282" r:id="rId30"/>
    <p:sldId id="295" r:id="rId31"/>
    <p:sldId id="270" r:id="rId32"/>
    <p:sldId id="273" r:id="rId33"/>
    <p:sldId id="298" r:id="rId34"/>
    <p:sldId id="299" r:id="rId35"/>
    <p:sldId id="300" r:id="rId36"/>
    <p:sldId id="301" r:id="rId37"/>
    <p:sldId id="302" r:id="rId38"/>
    <p:sldId id="274" r:id="rId39"/>
    <p:sldId id="275" r:id="rId40"/>
    <p:sldId id="276" r:id="rId41"/>
    <p:sldId id="303" r:id="rId42"/>
    <p:sldId id="304" r:id="rId43"/>
    <p:sldId id="305" r:id="rId44"/>
    <p:sldId id="278" r:id="rId45"/>
    <p:sldId id="283" r:id="rId46"/>
    <p:sldId id="284" r:id="rId47"/>
    <p:sldId id="285" r:id="rId48"/>
    <p:sldId id="286" r:id="rId49"/>
    <p:sldId id="296" r:id="rId5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8" autoAdjust="0"/>
    <p:restoredTop sz="94660" autoAdjust="0"/>
  </p:normalViewPr>
  <p:slideViewPr>
    <p:cSldViewPr snapToGrid="0">
      <p:cViewPr varScale="1">
        <p:scale>
          <a:sx n="90" d="100"/>
          <a:sy n="90" d="100"/>
        </p:scale>
        <p:origin x="235" y="7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72" d="100"/>
          <a:sy n="72" d="100"/>
        </p:scale>
        <p:origin x="3010" y="77"/>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iagrams/_rels/data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_rels/data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_rels/data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svg"/></Relationships>
</file>

<file path=ppt/diagrams/_rels/data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svg"/><Relationship Id="rId1" Type="http://schemas.openxmlformats.org/officeDocument/2006/relationships/image" Target="../media/image26.png"/><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29.svg"/></Relationships>
</file>

<file path=ppt/diagrams/_rels/data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svg"/><Relationship Id="rId1" Type="http://schemas.openxmlformats.org/officeDocument/2006/relationships/image" Target="../media/image32.png"/><Relationship Id="rId6" Type="http://schemas.openxmlformats.org/officeDocument/2006/relationships/image" Target="../media/image37.svg"/><Relationship Id="rId5" Type="http://schemas.openxmlformats.org/officeDocument/2006/relationships/image" Target="../media/image36.png"/><Relationship Id="rId4" Type="http://schemas.openxmlformats.org/officeDocument/2006/relationships/image" Target="../media/image35.svg"/></Relationships>
</file>

<file path=ppt/diagrams/_rels/data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9.svg"/><Relationship Id="rId1" Type="http://schemas.openxmlformats.org/officeDocument/2006/relationships/image" Target="../media/image38.png"/><Relationship Id="rId6" Type="http://schemas.openxmlformats.org/officeDocument/2006/relationships/image" Target="../media/image41.svg"/><Relationship Id="rId5" Type="http://schemas.openxmlformats.org/officeDocument/2006/relationships/image" Target="../media/image40.png"/><Relationship Id="rId4" Type="http://schemas.openxmlformats.org/officeDocument/2006/relationships/image" Target="../media/image7.svg"/></Relationships>
</file>

<file path=ppt/diagrams/_rels/data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31.svg"/><Relationship Id="rId1" Type="http://schemas.openxmlformats.org/officeDocument/2006/relationships/image" Target="../media/image30.png"/><Relationship Id="rId6" Type="http://schemas.openxmlformats.org/officeDocument/2006/relationships/image" Target="../media/image45.svg"/><Relationship Id="rId5" Type="http://schemas.openxmlformats.org/officeDocument/2006/relationships/image" Target="../media/image44.png"/><Relationship Id="rId4" Type="http://schemas.openxmlformats.org/officeDocument/2006/relationships/image" Target="../media/image43.svg"/></Relationships>
</file>

<file path=ppt/diagrams/_rels/data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svg"/><Relationship Id="rId1" Type="http://schemas.openxmlformats.org/officeDocument/2006/relationships/image" Target="../media/image67.png"/><Relationship Id="rId4" Type="http://schemas.openxmlformats.org/officeDocument/2006/relationships/image" Target="../media/image70.svg"/></Relationships>
</file>

<file path=ppt/diagrams/_rels/data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3.svg"/><Relationship Id="rId1" Type="http://schemas.openxmlformats.org/officeDocument/2006/relationships/image" Target="../media/image42.png"/><Relationship Id="rId4" Type="http://schemas.openxmlformats.org/officeDocument/2006/relationships/image" Target="../media/image7.svg"/></Relationships>
</file>

<file path=ppt/diagrams/_rels/data11.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31.svg"/><Relationship Id="rId1" Type="http://schemas.openxmlformats.org/officeDocument/2006/relationships/image" Target="../media/image30.png"/><Relationship Id="rId4" Type="http://schemas.openxmlformats.org/officeDocument/2006/relationships/image" Target="../media/image76.svg"/></Relationships>
</file>

<file path=ppt/diagrams/_rels/data12.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svg"/><Relationship Id="rId1" Type="http://schemas.openxmlformats.org/officeDocument/2006/relationships/image" Target="../media/image78.png"/><Relationship Id="rId4" Type="http://schemas.openxmlformats.org/officeDocument/2006/relationships/image" Target="../media/image81.svg"/></Relationships>
</file>

<file path=ppt/diagrams/_rels/data13.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svg"/><Relationship Id="rId1" Type="http://schemas.openxmlformats.org/officeDocument/2006/relationships/image" Target="../media/image78.png"/><Relationship Id="rId4" Type="http://schemas.openxmlformats.org/officeDocument/2006/relationships/image" Target="../media/image81.svg"/></Relationships>
</file>

<file path=ppt/diagrams/_rels/data1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svg"/><Relationship Id="rId1" Type="http://schemas.openxmlformats.org/officeDocument/2006/relationships/image" Target="../media/image78.png"/><Relationship Id="rId4" Type="http://schemas.openxmlformats.org/officeDocument/2006/relationships/image" Target="../media/image81.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_rels/drawing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_rels/drawing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svg"/></Relationships>
</file>

<file path=ppt/diagrams/_rels/drawing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svg"/><Relationship Id="rId1" Type="http://schemas.openxmlformats.org/officeDocument/2006/relationships/image" Target="../media/image26.png"/><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29.svg"/></Relationships>
</file>

<file path=ppt/diagrams/_rels/drawing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svg"/><Relationship Id="rId1" Type="http://schemas.openxmlformats.org/officeDocument/2006/relationships/image" Target="../media/image32.png"/><Relationship Id="rId6" Type="http://schemas.openxmlformats.org/officeDocument/2006/relationships/image" Target="../media/image37.svg"/><Relationship Id="rId5" Type="http://schemas.openxmlformats.org/officeDocument/2006/relationships/image" Target="../media/image36.png"/><Relationship Id="rId4" Type="http://schemas.openxmlformats.org/officeDocument/2006/relationships/image" Target="../media/image35.svg"/></Relationships>
</file>

<file path=ppt/diagrams/_rels/drawing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9.svg"/><Relationship Id="rId1" Type="http://schemas.openxmlformats.org/officeDocument/2006/relationships/image" Target="../media/image38.png"/><Relationship Id="rId6" Type="http://schemas.openxmlformats.org/officeDocument/2006/relationships/image" Target="../media/image41.svg"/><Relationship Id="rId5" Type="http://schemas.openxmlformats.org/officeDocument/2006/relationships/image" Target="../media/image40.png"/><Relationship Id="rId4" Type="http://schemas.openxmlformats.org/officeDocument/2006/relationships/image" Target="../media/image7.svg"/></Relationships>
</file>

<file path=ppt/diagrams/_rels/drawing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31.svg"/><Relationship Id="rId1" Type="http://schemas.openxmlformats.org/officeDocument/2006/relationships/image" Target="../media/image30.png"/><Relationship Id="rId6" Type="http://schemas.openxmlformats.org/officeDocument/2006/relationships/image" Target="../media/image45.svg"/><Relationship Id="rId5" Type="http://schemas.openxmlformats.org/officeDocument/2006/relationships/image" Target="../media/image44.png"/><Relationship Id="rId4" Type="http://schemas.openxmlformats.org/officeDocument/2006/relationships/image" Target="../media/image43.svg"/></Relationships>
</file>

<file path=ppt/diagrams/_rels/drawing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svg"/><Relationship Id="rId1" Type="http://schemas.openxmlformats.org/officeDocument/2006/relationships/image" Target="../media/image67.png"/><Relationship Id="rId4" Type="http://schemas.openxmlformats.org/officeDocument/2006/relationships/image" Target="../media/image70.svg"/></Relationships>
</file>

<file path=ppt/diagrams/_rels/drawing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3.svg"/><Relationship Id="rId1" Type="http://schemas.openxmlformats.org/officeDocument/2006/relationships/image" Target="../media/image42.png"/><Relationship Id="rId4" Type="http://schemas.openxmlformats.org/officeDocument/2006/relationships/image" Target="../media/image7.svg"/></Relationships>
</file>

<file path=ppt/diagrams/_rels/drawing11.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31.svg"/><Relationship Id="rId1" Type="http://schemas.openxmlformats.org/officeDocument/2006/relationships/image" Target="../media/image30.png"/><Relationship Id="rId4" Type="http://schemas.openxmlformats.org/officeDocument/2006/relationships/image" Target="../media/image76.svg"/></Relationships>
</file>

<file path=ppt/diagrams/_rels/drawing12.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svg"/><Relationship Id="rId1" Type="http://schemas.openxmlformats.org/officeDocument/2006/relationships/image" Target="../media/image78.png"/><Relationship Id="rId4" Type="http://schemas.openxmlformats.org/officeDocument/2006/relationships/image" Target="../media/image81.svg"/></Relationships>
</file>

<file path=ppt/diagrams/_rels/drawing13.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svg"/><Relationship Id="rId1" Type="http://schemas.openxmlformats.org/officeDocument/2006/relationships/image" Target="../media/image78.png"/><Relationship Id="rId4" Type="http://schemas.openxmlformats.org/officeDocument/2006/relationships/image" Target="../media/image81.svg"/></Relationships>
</file>

<file path=ppt/diagrams/_rels/drawing1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svg"/><Relationship Id="rId1" Type="http://schemas.openxmlformats.org/officeDocument/2006/relationships/image" Target="../media/image78.png"/><Relationship Id="rId4" Type="http://schemas.openxmlformats.org/officeDocument/2006/relationships/image" Target="../media/image81.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BD03858-E321-48A0-9CF7-B66220DCA87D}"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E3996F77-C27F-4002-B264-4A25808919D9}">
      <dgm:prSet/>
      <dgm:spPr/>
      <dgm:t>
        <a:bodyPr/>
        <a:lstStyle/>
        <a:p>
          <a:pPr>
            <a:lnSpc>
              <a:spcPct val="100000"/>
            </a:lnSpc>
          </a:pPr>
          <a:r>
            <a:rPr lang="en-US" dirty="0"/>
            <a:t>Identifying customer preferences</a:t>
          </a:r>
        </a:p>
      </dgm:t>
    </dgm:pt>
    <dgm:pt modelId="{DBF46EC0-90C1-4017-A971-4404775CAB4B}" type="parTrans" cxnId="{9B3961F3-9E81-4B03-B3CE-140194E6BE9F}">
      <dgm:prSet/>
      <dgm:spPr/>
      <dgm:t>
        <a:bodyPr/>
        <a:lstStyle/>
        <a:p>
          <a:endParaRPr lang="en-US"/>
        </a:p>
      </dgm:t>
    </dgm:pt>
    <dgm:pt modelId="{AF52FC4A-B8BD-4323-ACC9-95ED98D6D150}" type="sibTrans" cxnId="{9B3961F3-9E81-4B03-B3CE-140194E6BE9F}">
      <dgm:prSet/>
      <dgm:spPr/>
      <dgm:t>
        <a:bodyPr/>
        <a:lstStyle/>
        <a:p>
          <a:endParaRPr lang="en-US"/>
        </a:p>
      </dgm:t>
    </dgm:pt>
    <dgm:pt modelId="{C05F1AD2-A015-423B-A80D-791437BAE8DF}">
      <dgm:prSet/>
      <dgm:spPr/>
      <dgm:t>
        <a:bodyPr/>
        <a:lstStyle/>
        <a:p>
          <a:pPr>
            <a:lnSpc>
              <a:spcPct val="100000"/>
            </a:lnSpc>
          </a:pPr>
          <a:r>
            <a:rPr lang="en-US" dirty="0"/>
            <a:t>Improving operational efficiency</a:t>
          </a:r>
        </a:p>
      </dgm:t>
    </dgm:pt>
    <dgm:pt modelId="{465D4EDC-80E0-462E-9A7B-5B06F0CAFFB9}" type="parTrans" cxnId="{BD64EFD0-30F6-4D6D-85B1-B4DC1B348C02}">
      <dgm:prSet/>
      <dgm:spPr/>
      <dgm:t>
        <a:bodyPr/>
        <a:lstStyle/>
        <a:p>
          <a:endParaRPr lang="en-US"/>
        </a:p>
      </dgm:t>
    </dgm:pt>
    <dgm:pt modelId="{BDC45521-0524-4CDD-9C6B-A5D22F601F5D}" type="sibTrans" cxnId="{BD64EFD0-30F6-4D6D-85B1-B4DC1B348C02}">
      <dgm:prSet/>
      <dgm:spPr/>
      <dgm:t>
        <a:bodyPr/>
        <a:lstStyle/>
        <a:p>
          <a:endParaRPr lang="en-US"/>
        </a:p>
      </dgm:t>
    </dgm:pt>
    <dgm:pt modelId="{DB9B6F08-E4E8-46FF-BC4A-E6CD7FC3BAF0}">
      <dgm:prSet/>
      <dgm:spPr/>
      <dgm:t>
        <a:bodyPr/>
        <a:lstStyle/>
        <a:p>
          <a:pPr>
            <a:lnSpc>
              <a:spcPct val="100000"/>
            </a:lnSpc>
          </a:pPr>
          <a:r>
            <a:rPr lang="en-US" dirty="0"/>
            <a:t>Enhancing marketing strategies</a:t>
          </a:r>
        </a:p>
      </dgm:t>
    </dgm:pt>
    <dgm:pt modelId="{08D63785-B8FD-4008-A304-9E6115045B85}" type="parTrans" cxnId="{36151F73-2781-439A-A6D4-4A62C3348652}">
      <dgm:prSet/>
      <dgm:spPr/>
      <dgm:t>
        <a:bodyPr/>
        <a:lstStyle/>
        <a:p>
          <a:endParaRPr lang="en-US"/>
        </a:p>
      </dgm:t>
    </dgm:pt>
    <dgm:pt modelId="{83B7F766-E742-476B-84A3-9523CB61DBE1}" type="sibTrans" cxnId="{36151F73-2781-439A-A6D4-4A62C3348652}">
      <dgm:prSet/>
      <dgm:spPr/>
      <dgm:t>
        <a:bodyPr/>
        <a:lstStyle/>
        <a:p>
          <a:endParaRPr lang="en-US"/>
        </a:p>
      </dgm:t>
    </dgm:pt>
    <dgm:pt modelId="{F247DC75-32FC-4F71-94D6-0E8C9913A9A7}">
      <dgm:prSet/>
      <dgm:spPr/>
      <dgm:t>
        <a:bodyPr/>
        <a:lstStyle/>
        <a:p>
          <a:pPr>
            <a:lnSpc>
              <a:spcPct val="100000"/>
            </a:lnSpc>
          </a:pPr>
          <a:r>
            <a:rPr lang="en-US" dirty="0"/>
            <a:t>Managing risks effectively</a:t>
          </a:r>
        </a:p>
      </dgm:t>
    </dgm:pt>
    <dgm:pt modelId="{5BBFC98B-B69E-423B-97FC-7824E42A5152}" type="parTrans" cxnId="{2B2F2729-622A-4F5F-80E6-BC96B06AC4C3}">
      <dgm:prSet/>
      <dgm:spPr/>
      <dgm:t>
        <a:bodyPr/>
        <a:lstStyle/>
        <a:p>
          <a:endParaRPr lang="en-US"/>
        </a:p>
      </dgm:t>
    </dgm:pt>
    <dgm:pt modelId="{2E02027B-4B09-4504-AC17-8829FF1DFA71}" type="sibTrans" cxnId="{2B2F2729-622A-4F5F-80E6-BC96B06AC4C3}">
      <dgm:prSet/>
      <dgm:spPr/>
      <dgm:t>
        <a:bodyPr/>
        <a:lstStyle/>
        <a:p>
          <a:endParaRPr lang="en-US"/>
        </a:p>
      </dgm:t>
    </dgm:pt>
    <dgm:pt modelId="{A28997D4-C2A3-4773-A6C3-AC1ECABE9B1F}">
      <dgm:prSet/>
      <dgm:spPr/>
      <dgm:t>
        <a:bodyPr/>
        <a:lstStyle/>
        <a:p>
          <a:pPr>
            <a:lnSpc>
              <a:spcPct val="100000"/>
            </a:lnSpc>
          </a:pPr>
          <a:r>
            <a:rPr lang="en-US" dirty="0"/>
            <a:t>Forecasting sales and market trends</a:t>
          </a:r>
        </a:p>
      </dgm:t>
    </dgm:pt>
    <dgm:pt modelId="{1987C6C5-43F6-4A2F-A4B2-33D2A7E00BB0}" type="parTrans" cxnId="{B00CEF0B-74E9-4E51-95F9-D5CD8338BA48}">
      <dgm:prSet/>
      <dgm:spPr/>
      <dgm:t>
        <a:bodyPr/>
        <a:lstStyle/>
        <a:p>
          <a:endParaRPr lang="en-US"/>
        </a:p>
      </dgm:t>
    </dgm:pt>
    <dgm:pt modelId="{CB900D07-CA3F-496E-AFEF-834F179A892F}" type="sibTrans" cxnId="{B00CEF0B-74E9-4E51-95F9-D5CD8338BA48}">
      <dgm:prSet/>
      <dgm:spPr/>
      <dgm:t>
        <a:bodyPr/>
        <a:lstStyle/>
        <a:p>
          <a:endParaRPr lang="en-US"/>
        </a:p>
      </dgm:t>
    </dgm:pt>
    <dgm:pt modelId="{417D1FC0-B291-43E2-B4FF-0EDA805E7984}" type="pres">
      <dgm:prSet presAssocID="{8BD03858-E321-48A0-9CF7-B66220DCA87D}" presName="root" presStyleCnt="0">
        <dgm:presLayoutVars>
          <dgm:dir/>
          <dgm:resizeHandles val="exact"/>
        </dgm:presLayoutVars>
      </dgm:prSet>
      <dgm:spPr/>
    </dgm:pt>
    <dgm:pt modelId="{85D55A4F-D1E3-4A07-92D7-DBE422B1D923}" type="pres">
      <dgm:prSet presAssocID="{E3996F77-C27F-4002-B264-4A25808919D9}" presName="compNode" presStyleCnt="0"/>
      <dgm:spPr/>
    </dgm:pt>
    <dgm:pt modelId="{4F2A349A-F63A-4489-B284-DF228C0B4532}" type="pres">
      <dgm:prSet presAssocID="{E3996F77-C27F-4002-B264-4A25808919D9}"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User"/>
        </a:ext>
      </dgm:extLst>
    </dgm:pt>
    <dgm:pt modelId="{270A6B66-2174-4998-9037-93FF3A0D7548}" type="pres">
      <dgm:prSet presAssocID="{E3996F77-C27F-4002-B264-4A25808919D9}" presName="spaceRect" presStyleCnt="0"/>
      <dgm:spPr/>
    </dgm:pt>
    <dgm:pt modelId="{45B3ED73-6F09-429B-988F-FF783966F2E9}" type="pres">
      <dgm:prSet presAssocID="{E3996F77-C27F-4002-B264-4A25808919D9}" presName="textRect" presStyleLbl="revTx" presStyleIdx="0" presStyleCnt="5">
        <dgm:presLayoutVars>
          <dgm:chMax val="1"/>
          <dgm:chPref val="1"/>
        </dgm:presLayoutVars>
      </dgm:prSet>
      <dgm:spPr/>
    </dgm:pt>
    <dgm:pt modelId="{C3021D98-1CF3-4BCB-AA8F-B0D84CAAB68D}" type="pres">
      <dgm:prSet presAssocID="{AF52FC4A-B8BD-4323-ACC9-95ED98D6D150}" presName="sibTrans" presStyleCnt="0"/>
      <dgm:spPr/>
    </dgm:pt>
    <dgm:pt modelId="{1AABC684-1FCD-4D35-87E3-9EECD3063603}" type="pres">
      <dgm:prSet presAssocID="{C05F1AD2-A015-423B-A80D-791437BAE8DF}" presName="compNode" presStyleCnt="0"/>
      <dgm:spPr/>
    </dgm:pt>
    <dgm:pt modelId="{1CD18BE7-5D55-471B-987B-2664185C2495}" type="pres">
      <dgm:prSet presAssocID="{C05F1AD2-A015-423B-A80D-791437BAE8DF}"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Gauge"/>
        </a:ext>
      </dgm:extLst>
    </dgm:pt>
    <dgm:pt modelId="{58C0BF73-F159-4363-B5BD-193B095F9EB4}" type="pres">
      <dgm:prSet presAssocID="{C05F1AD2-A015-423B-A80D-791437BAE8DF}" presName="spaceRect" presStyleCnt="0"/>
      <dgm:spPr/>
    </dgm:pt>
    <dgm:pt modelId="{92589B33-0A32-46C5-9FF7-0F7B5CF6148C}" type="pres">
      <dgm:prSet presAssocID="{C05F1AD2-A015-423B-A80D-791437BAE8DF}" presName="textRect" presStyleLbl="revTx" presStyleIdx="1" presStyleCnt="5">
        <dgm:presLayoutVars>
          <dgm:chMax val="1"/>
          <dgm:chPref val="1"/>
        </dgm:presLayoutVars>
      </dgm:prSet>
      <dgm:spPr/>
    </dgm:pt>
    <dgm:pt modelId="{0D229805-DA4F-4BB1-A9B7-F12F1666B76B}" type="pres">
      <dgm:prSet presAssocID="{BDC45521-0524-4CDD-9C6B-A5D22F601F5D}" presName="sibTrans" presStyleCnt="0"/>
      <dgm:spPr/>
    </dgm:pt>
    <dgm:pt modelId="{780E3F52-5490-4067-960A-E93E9227F6A1}" type="pres">
      <dgm:prSet presAssocID="{DB9B6F08-E4E8-46FF-BC4A-E6CD7FC3BAF0}" presName="compNode" presStyleCnt="0"/>
      <dgm:spPr/>
    </dgm:pt>
    <dgm:pt modelId="{A1CB83BE-4930-4F0E-9E5B-5554FB5AF5E6}" type="pres">
      <dgm:prSet presAssocID="{DB9B6F08-E4E8-46FF-BC4A-E6CD7FC3BAF0}"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Bullseye"/>
        </a:ext>
      </dgm:extLst>
    </dgm:pt>
    <dgm:pt modelId="{5A65EF8E-8BA0-4B6D-AA2C-FDEE54897F94}" type="pres">
      <dgm:prSet presAssocID="{DB9B6F08-E4E8-46FF-BC4A-E6CD7FC3BAF0}" presName="spaceRect" presStyleCnt="0"/>
      <dgm:spPr/>
    </dgm:pt>
    <dgm:pt modelId="{C8BB9B06-927D-4BC6-89C5-D6F1EBE31C1E}" type="pres">
      <dgm:prSet presAssocID="{DB9B6F08-E4E8-46FF-BC4A-E6CD7FC3BAF0}" presName="textRect" presStyleLbl="revTx" presStyleIdx="2" presStyleCnt="5">
        <dgm:presLayoutVars>
          <dgm:chMax val="1"/>
          <dgm:chPref val="1"/>
        </dgm:presLayoutVars>
      </dgm:prSet>
      <dgm:spPr/>
    </dgm:pt>
    <dgm:pt modelId="{FF6FC6A2-BC1A-4969-AC17-70F41B3232E8}" type="pres">
      <dgm:prSet presAssocID="{83B7F766-E742-476B-84A3-9523CB61DBE1}" presName="sibTrans" presStyleCnt="0"/>
      <dgm:spPr/>
    </dgm:pt>
    <dgm:pt modelId="{9087D11E-A6F6-4A81-BD90-E6F826AD4552}" type="pres">
      <dgm:prSet presAssocID="{F247DC75-32FC-4F71-94D6-0E8C9913A9A7}" presName="compNode" presStyleCnt="0"/>
      <dgm:spPr/>
    </dgm:pt>
    <dgm:pt modelId="{C8968E51-8CD6-442D-ADEE-DCC2EE2AAB69}" type="pres">
      <dgm:prSet presAssocID="{F247DC75-32FC-4F71-94D6-0E8C9913A9A7}"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Warning"/>
        </a:ext>
      </dgm:extLst>
    </dgm:pt>
    <dgm:pt modelId="{C8679C4D-78E6-4AAD-B805-C123FA6D23CE}" type="pres">
      <dgm:prSet presAssocID="{F247DC75-32FC-4F71-94D6-0E8C9913A9A7}" presName="spaceRect" presStyleCnt="0"/>
      <dgm:spPr/>
    </dgm:pt>
    <dgm:pt modelId="{54833D3F-D326-4DFD-B62C-FEC9EC4D25F7}" type="pres">
      <dgm:prSet presAssocID="{F247DC75-32FC-4F71-94D6-0E8C9913A9A7}" presName="textRect" presStyleLbl="revTx" presStyleIdx="3" presStyleCnt="5">
        <dgm:presLayoutVars>
          <dgm:chMax val="1"/>
          <dgm:chPref val="1"/>
        </dgm:presLayoutVars>
      </dgm:prSet>
      <dgm:spPr/>
    </dgm:pt>
    <dgm:pt modelId="{CB884A86-475C-4E74-8AD9-030A12D44545}" type="pres">
      <dgm:prSet presAssocID="{2E02027B-4B09-4504-AC17-8829FF1DFA71}" presName="sibTrans" presStyleCnt="0"/>
      <dgm:spPr/>
    </dgm:pt>
    <dgm:pt modelId="{A5368298-7174-4E17-BCF2-1A808CE1D061}" type="pres">
      <dgm:prSet presAssocID="{A28997D4-C2A3-4773-A6C3-AC1ECABE9B1F}" presName="compNode" presStyleCnt="0"/>
      <dgm:spPr/>
    </dgm:pt>
    <dgm:pt modelId="{DBE20BDC-EBA5-480E-AA99-506C2F6AB70F}" type="pres">
      <dgm:prSet presAssocID="{A28997D4-C2A3-4773-A6C3-AC1ECABE9B1F}"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Upward trend"/>
        </a:ext>
      </dgm:extLst>
    </dgm:pt>
    <dgm:pt modelId="{7842B617-4B2C-48A2-88FE-11004ED2C506}" type="pres">
      <dgm:prSet presAssocID="{A28997D4-C2A3-4773-A6C3-AC1ECABE9B1F}" presName="spaceRect" presStyleCnt="0"/>
      <dgm:spPr/>
    </dgm:pt>
    <dgm:pt modelId="{3F6BE612-EA4D-4F81-9CAA-0EDCAB13DA76}" type="pres">
      <dgm:prSet presAssocID="{A28997D4-C2A3-4773-A6C3-AC1ECABE9B1F}" presName="textRect" presStyleLbl="revTx" presStyleIdx="4" presStyleCnt="5">
        <dgm:presLayoutVars>
          <dgm:chMax val="1"/>
          <dgm:chPref val="1"/>
        </dgm:presLayoutVars>
      </dgm:prSet>
      <dgm:spPr/>
    </dgm:pt>
  </dgm:ptLst>
  <dgm:cxnLst>
    <dgm:cxn modelId="{B5B46901-189A-4A7F-930A-FEDD6D2D29F2}" type="presOf" srcId="{DB9B6F08-E4E8-46FF-BC4A-E6CD7FC3BAF0}" destId="{C8BB9B06-927D-4BC6-89C5-D6F1EBE31C1E}" srcOrd="0" destOrd="0" presId="urn:microsoft.com/office/officeart/2018/2/layout/IconLabelList"/>
    <dgm:cxn modelId="{B00CEF0B-74E9-4E51-95F9-D5CD8338BA48}" srcId="{8BD03858-E321-48A0-9CF7-B66220DCA87D}" destId="{A28997D4-C2A3-4773-A6C3-AC1ECABE9B1F}" srcOrd="4" destOrd="0" parTransId="{1987C6C5-43F6-4A2F-A4B2-33D2A7E00BB0}" sibTransId="{CB900D07-CA3F-496E-AFEF-834F179A892F}"/>
    <dgm:cxn modelId="{2B2F2729-622A-4F5F-80E6-BC96B06AC4C3}" srcId="{8BD03858-E321-48A0-9CF7-B66220DCA87D}" destId="{F247DC75-32FC-4F71-94D6-0E8C9913A9A7}" srcOrd="3" destOrd="0" parTransId="{5BBFC98B-B69E-423B-97FC-7824E42A5152}" sibTransId="{2E02027B-4B09-4504-AC17-8829FF1DFA71}"/>
    <dgm:cxn modelId="{E89C4F33-1C0D-4A32-BECD-3E348AE6CA47}" type="presOf" srcId="{E3996F77-C27F-4002-B264-4A25808919D9}" destId="{45B3ED73-6F09-429B-988F-FF783966F2E9}" srcOrd="0" destOrd="0" presId="urn:microsoft.com/office/officeart/2018/2/layout/IconLabelList"/>
    <dgm:cxn modelId="{36151F73-2781-439A-A6D4-4A62C3348652}" srcId="{8BD03858-E321-48A0-9CF7-B66220DCA87D}" destId="{DB9B6F08-E4E8-46FF-BC4A-E6CD7FC3BAF0}" srcOrd="2" destOrd="0" parTransId="{08D63785-B8FD-4008-A304-9E6115045B85}" sibTransId="{83B7F766-E742-476B-84A3-9523CB61DBE1}"/>
    <dgm:cxn modelId="{CE5DC883-E86B-472E-929E-2E6D45E3E78C}" type="presOf" srcId="{8BD03858-E321-48A0-9CF7-B66220DCA87D}" destId="{417D1FC0-B291-43E2-B4FF-0EDA805E7984}" srcOrd="0" destOrd="0" presId="urn:microsoft.com/office/officeart/2018/2/layout/IconLabelList"/>
    <dgm:cxn modelId="{BD64EFD0-30F6-4D6D-85B1-B4DC1B348C02}" srcId="{8BD03858-E321-48A0-9CF7-B66220DCA87D}" destId="{C05F1AD2-A015-423B-A80D-791437BAE8DF}" srcOrd="1" destOrd="0" parTransId="{465D4EDC-80E0-462E-9A7B-5B06F0CAFFB9}" sibTransId="{BDC45521-0524-4CDD-9C6B-A5D22F601F5D}"/>
    <dgm:cxn modelId="{EBFA6FDE-EB9F-437E-A6DC-8BDC0F6E874A}" type="presOf" srcId="{C05F1AD2-A015-423B-A80D-791437BAE8DF}" destId="{92589B33-0A32-46C5-9FF7-0F7B5CF6148C}" srcOrd="0" destOrd="0" presId="urn:microsoft.com/office/officeart/2018/2/layout/IconLabelList"/>
    <dgm:cxn modelId="{9B3961F3-9E81-4B03-B3CE-140194E6BE9F}" srcId="{8BD03858-E321-48A0-9CF7-B66220DCA87D}" destId="{E3996F77-C27F-4002-B264-4A25808919D9}" srcOrd="0" destOrd="0" parTransId="{DBF46EC0-90C1-4017-A971-4404775CAB4B}" sibTransId="{AF52FC4A-B8BD-4323-ACC9-95ED98D6D150}"/>
    <dgm:cxn modelId="{7B6DB2F5-66C4-45B0-A17E-0AD29F279D75}" type="presOf" srcId="{A28997D4-C2A3-4773-A6C3-AC1ECABE9B1F}" destId="{3F6BE612-EA4D-4F81-9CAA-0EDCAB13DA76}" srcOrd="0" destOrd="0" presId="urn:microsoft.com/office/officeart/2018/2/layout/IconLabelList"/>
    <dgm:cxn modelId="{C3225BFD-E14D-4CE5-AEA5-57898D58BE2C}" type="presOf" srcId="{F247DC75-32FC-4F71-94D6-0E8C9913A9A7}" destId="{54833D3F-D326-4DFD-B62C-FEC9EC4D25F7}" srcOrd="0" destOrd="0" presId="urn:microsoft.com/office/officeart/2018/2/layout/IconLabelList"/>
    <dgm:cxn modelId="{90F2D362-4950-42CB-BD49-8980BFB6D9C7}" type="presParOf" srcId="{417D1FC0-B291-43E2-B4FF-0EDA805E7984}" destId="{85D55A4F-D1E3-4A07-92D7-DBE422B1D923}" srcOrd="0" destOrd="0" presId="urn:microsoft.com/office/officeart/2018/2/layout/IconLabelList"/>
    <dgm:cxn modelId="{747E2DBD-593E-45AB-AABA-700EF0CCF723}" type="presParOf" srcId="{85D55A4F-D1E3-4A07-92D7-DBE422B1D923}" destId="{4F2A349A-F63A-4489-B284-DF228C0B4532}" srcOrd="0" destOrd="0" presId="urn:microsoft.com/office/officeart/2018/2/layout/IconLabelList"/>
    <dgm:cxn modelId="{7D24C56B-9892-46F5-8DE1-850C7054CBDF}" type="presParOf" srcId="{85D55A4F-D1E3-4A07-92D7-DBE422B1D923}" destId="{270A6B66-2174-4998-9037-93FF3A0D7548}" srcOrd="1" destOrd="0" presId="urn:microsoft.com/office/officeart/2018/2/layout/IconLabelList"/>
    <dgm:cxn modelId="{4C9F4445-D5F4-4549-9A66-0F48941AB4EB}" type="presParOf" srcId="{85D55A4F-D1E3-4A07-92D7-DBE422B1D923}" destId="{45B3ED73-6F09-429B-988F-FF783966F2E9}" srcOrd="2" destOrd="0" presId="urn:microsoft.com/office/officeart/2018/2/layout/IconLabelList"/>
    <dgm:cxn modelId="{A75B67BC-CCD8-49F5-B4F4-B6667A5341AC}" type="presParOf" srcId="{417D1FC0-B291-43E2-B4FF-0EDA805E7984}" destId="{C3021D98-1CF3-4BCB-AA8F-B0D84CAAB68D}" srcOrd="1" destOrd="0" presId="urn:microsoft.com/office/officeart/2018/2/layout/IconLabelList"/>
    <dgm:cxn modelId="{F754B7EB-72B0-4682-90FE-27AA64AC0FDE}" type="presParOf" srcId="{417D1FC0-B291-43E2-B4FF-0EDA805E7984}" destId="{1AABC684-1FCD-4D35-87E3-9EECD3063603}" srcOrd="2" destOrd="0" presId="urn:microsoft.com/office/officeart/2018/2/layout/IconLabelList"/>
    <dgm:cxn modelId="{5FD07DFA-92CB-4E1C-82B4-9938F1D21F43}" type="presParOf" srcId="{1AABC684-1FCD-4D35-87E3-9EECD3063603}" destId="{1CD18BE7-5D55-471B-987B-2664185C2495}" srcOrd="0" destOrd="0" presId="urn:microsoft.com/office/officeart/2018/2/layout/IconLabelList"/>
    <dgm:cxn modelId="{D68048B6-841E-464E-85B6-0F0C040BF05E}" type="presParOf" srcId="{1AABC684-1FCD-4D35-87E3-9EECD3063603}" destId="{58C0BF73-F159-4363-B5BD-193B095F9EB4}" srcOrd="1" destOrd="0" presId="urn:microsoft.com/office/officeart/2018/2/layout/IconLabelList"/>
    <dgm:cxn modelId="{E9DE0310-9094-4BDD-92F9-E144CA00A6F3}" type="presParOf" srcId="{1AABC684-1FCD-4D35-87E3-9EECD3063603}" destId="{92589B33-0A32-46C5-9FF7-0F7B5CF6148C}" srcOrd="2" destOrd="0" presId="urn:microsoft.com/office/officeart/2018/2/layout/IconLabelList"/>
    <dgm:cxn modelId="{7E167C23-810A-46EE-B40E-FA689697119D}" type="presParOf" srcId="{417D1FC0-B291-43E2-B4FF-0EDA805E7984}" destId="{0D229805-DA4F-4BB1-A9B7-F12F1666B76B}" srcOrd="3" destOrd="0" presId="urn:microsoft.com/office/officeart/2018/2/layout/IconLabelList"/>
    <dgm:cxn modelId="{AD1A01C7-E8F9-427A-9A48-5E74B74A8E9F}" type="presParOf" srcId="{417D1FC0-B291-43E2-B4FF-0EDA805E7984}" destId="{780E3F52-5490-4067-960A-E93E9227F6A1}" srcOrd="4" destOrd="0" presId="urn:microsoft.com/office/officeart/2018/2/layout/IconLabelList"/>
    <dgm:cxn modelId="{02C638D4-FA69-4CD2-88B0-DB0ACD6A7665}" type="presParOf" srcId="{780E3F52-5490-4067-960A-E93E9227F6A1}" destId="{A1CB83BE-4930-4F0E-9E5B-5554FB5AF5E6}" srcOrd="0" destOrd="0" presId="urn:microsoft.com/office/officeart/2018/2/layout/IconLabelList"/>
    <dgm:cxn modelId="{4AF12FCD-190F-47D3-AE39-78E218A3A92C}" type="presParOf" srcId="{780E3F52-5490-4067-960A-E93E9227F6A1}" destId="{5A65EF8E-8BA0-4B6D-AA2C-FDEE54897F94}" srcOrd="1" destOrd="0" presId="urn:microsoft.com/office/officeart/2018/2/layout/IconLabelList"/>
    <dgm:cxn modelId="{48B26525-9317-4FBA-AF95-1D0B6D10AD7F}" type="presParOf" srcId="{780E3F52-5490-4067-960A-E93E9227F6A1}" destId="{C8BB9B06-927D-4BC6-89C5-D6F1EBE31C1E}" srcOrd="2" destOrd="0" presId="urn:microsoft.com/office/officeart/2018/2/layout/IconLabelList"/>
    <dgm:cxn modelId="{C9E36AEA-41AC-4449-9A83-BBB265F7DDAE}" type="presParOf" srcId="{417D1FC0-B291-43E2-B4FF-0EDA805E7984}" destId="{FF6FC6A2-BC1A-4969-AC17-70F41B3232E8}" srcOrd="5" destOrd="0" presId="urn:microsoft.com/office/officeart/2018/2/layout/IconLabelList"/>
    <dgm:cxn modelId="{BC55EC1B-D85B-4991-83C6-4DC5C8C37A23}" type="presParOf" srcId="{417D1FC0-B291-43E2-B4FF-0EDA805E7984}" destId="{9087D11E-A6F6-4A81-BD90-E6F826AD4552}" srcOrd="6" destOrd="0" presId="urn:microsoft.com/office/officeart/2018/2/layout/IconLabelList"/>
    <dgm:cxn modelId="{AA23FF79-1969-4B3A-9531-6F73A6756790}" type="presParOf" srcId="{9087D11E-A6F6-4A81-BD90-E6F826AD4552}" destId="{C8968E51-8CD6-442D-ADEE-DCC2EE2AAB69}" srcOrd="0" destOrd="0" presId="urn:microsoft.com/office/officeart/2018/2/layout/IconLabelList"/>
    <dgm:cxn modelId="{8CC70D42-E69C-4404-BDFE-CA75E479C27B}" type="presParOf" srcId="{9087D11E-A6F6-4A81-BD90-E6F826AD4552}" destId="{C8679C4D-78E6-4AAD-B805-C123FA6D23CE}" srcOrd="1" destOrd="0" presId="urn:microsoft.com/office/officeart/2018/2/layout/IconLabelList"/>
    <dgm:cxn modelId="{D4A8AAF6-3442-4758-A413-611A55552877}" type="presParOf" srcId="{9087D11E-A6F6-4A81-BD90-E6F826AD4552}" destId="{54833D3F-D326-4DFD-B62C-FEC9EC4D25F7}" srcOrd="2" destOrd="0" presId="urn:microsoft.com/office/officeart/2018/2/layout/IconLabelList"/>
    <dgm:cxn modelId="{83E74235-9F0D-40B9-B752-1051F2495B2C}" type="presParOf" srcId="{417D1FC0-B291-43E2-B4FF-0EDA805E7984}" destId="{CB884A86-475C-4E74-8AD9-030A12D44545}" srcOrd="7" destOrd="0" presId="urn:microsoft.com/office/officeart/2018/2/layout/IconLabelList"/>
    <dgm:cxn modelId="{8825FA27-D375-4236-AFFE-AD7A2E83CD0B}" type="presParOf" srcId="{417D1FC0-B291-43E2-B4FF-0EDA805E7984}" destId="{A5368298-7174-4E17-BCF2-1A808CE1D061}" srcOrd="8" destOrd="0" presId="urn:microsoft.com/office/officeart/2018/2/layout/IconLabelList"/>
    <dgm:cxn modelId="{952C98C5-0886-42E9-BAF4-399DAB964001}" type="presParOf" srcId="{A5368298-7174-4E17-BCF2-1A808CE1D061}" destId="{DBE20BDC-EBA5-480E-AA99-506C2F6AB70F}" srcOrd="0" destOrd="0" presId="urn:microsoft.com/office/officeart/2018/2/layout/IconLabelList"/>
    <dgm:cxn modelId="{AFB2B498-7A1D-4ADE-AA68-ABD18A2FCB9D}" type="presParOf" srcId="{A5368298-7174-4E17-BCF2-1A808CE1D061}" destId="{7842B617-4B2C-48A2-88FE-11004ED2C506}" srcOrd="1" destOrd="0" presId="urn:microsoft.com/office/officeart/2018/2/layout/IconLabelList"/>
    <dgm:cxn modelId="{BEC1CAB6-95B6-4AD7-916F-A90E8CD4A8C9}" type="presParOf" srcId="{A5368298-7174-4E17-BCF2-1A808CE1D061}" destId="{3F6BE612-EA4D-4F81-9CAA-0EDCAB13DA76}"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2F0899C-090C-4FDB-BDB2-6D0BC155CADE}" type="doc">
      <dgm:prSet loTypeId="urn:microsoft.com/office/officeart/2018/5/layout/CenteredIconLabelDescriptionList" loCatId="icon" qsTypeId="urn:microsoft.com/office/officeart/2005/8/quickstyle/simple1" qsCatId="simple" csTypeId="urn:microsoft.com/office/officeart/2005/8/colors/accent1_2" csCatId="accent1" phldr="1"/>
      <dgm:spPr/>
      <dgm:t>
        <a:bodyPr/>
        <a:lstStyle/>
        <a:p>
          <a:endParaRPr lang="en-US"/>
        </a:p>
      </dgm:t>
    </dgm:pt>
    <dgm:pt modelId="{91AE3541-99E9-4B68-A2AC-17C656B867DB}">
      <dgm:prSet/>
      <dgm:spPr/>
      <dgm:t>
        <a:bodyPr/>
        <a:lstStyle/>
        <a:p>
          <a:pPr>
            <a:lnSpc>
              <a:spcPct val="100000"/>
            </a:lnSpc>
            <a:defRPr b="1"/>
          </a:pPr>
          <a:r>
            <a:rPr lang="en-US" b="1" dirty="0"/>
            <a:t>Personalized Recommendations</a:t>
          </a:r>
          <a:endParaRPr lang="en-US" dirty="0"/>
        </a:p>
      </dgm:t>
    </dgm:pt>
    <dgm:pt modelId="{FC245FA4-A479-41BC-B637-847BD611DA70}" type="parTrans" cxnId="{60B9F443-0DA0-40E6-83F7-9195D215ECE5}">
      <dgm:prSet/>
      <dgm:spPr/>
      <dgm:t>
        <a:bodyPr/>
        <a:lstStyle/>
        <a:p>
          <a:endParaRPr lang="en-US"/>
        </a:p>
      </dgm:t>
    </dgm:pt>
    <dgm:pt modelId="{4EC0E6A9-6110-494D-8982-F994C937B24B}" type="sibTrans" cxnId="{60B9F443-0DA0-40E6-83F7-9195D215ECE5}">
      <dgm:prSet/>
      <dgm:spPr/>
      <dgm:t>
        <a:bodyPr/>
        <a:lstStyle/>
        <a:p>
          <a:endParaRPr lang="en-US"/>
        </a:p>
      </dgm:t>
    </dgm:pt>
    <dgm:pt modelId="{77526AC3-E4E3-4191-9BFC-0FC406FAF8FE}">
      <dgm:prSet/>
      <dgm:spPr/>
      <dgm:t>
        <a:bodyPr/>
        <a:lstStyle/>
        <a:p>
          <a:pPr>
            <a:lnSpc>
              <a:spcPct val="100000"/>
            </a:lnSpc>
          </a:pPr>
          <a:r>
            <a:rPr lang="en-US" dirty="0"/>
            <a:t>Uses browsing &amp; purchase history</a:t>
          </a:r>
        </a:p>
      </dgm:t>
    </dgm:pt>
    <dgm:pt modelId="{786A7978-58B6-4D1F-B5CD-9E83649A7CE9}" type="parTrans" cxnId="{824E37BF-4554-47F0-94E3-E90F18C4AE58}">
      <dgm:prSet/>
      <dgm:spPr/>
      <dgm:t>
        <a:bodyPr/>
        <a:lstStyle/>
        <a:p>
          <a:endParaRPr lang="en-US"/>
        </a:p>
      </dgm:t>
    </dgm:pt>
    <dgm:pt modelId="{1F228127-B153-4FE5-8CFB-C6B6DFC787A6}" type="sibTrans" cxnId="{824E37BF-4554-47F0-94E3-E90F18C4AE58}">
      <dgm:prSet/>
      <dgm:spPr/>
      <dgm:t>
        <a:bodyPr/>
        <a:lstStyle/>
        <a:p>
          <a:endParaRPr lang="en-US"/>
        </a:p>
      </dgm:t>
    </dgm:pt>
    <dgm:pt modelId="{2B100D72-AD08-4FE4-99CE-EB555A81177D}">
      <dgm:prSet/>
      <dgm:spPr/>
      <dgm:t>
        <a:bodyPr/>
        <a:lstStyle/>
        <a:p>
          <a:pPr>
            <a:lnSpc>
              <a:spcPct val="100000"/>
            </a:lnSpc>
          </a:pPr>
          <a:r>
            <a:rPr lang="en-US"/>
            <a:t>AI suggests relevant products</a:t>
          </a:r>
        </a:p>
      </dgm:t>
    </dgm:pt>
    <dgm:pt modelId="{41933F94-EEBD-4834-B039-5136580CC9F2}" type="parTrans" cxnId="{432100CA-C88A-448B-9298-A5909F75447D}">
      <dgm:prSet/>
      <dgm:spPr/>
      <dgm:t>
        <a:bodyPr/>
        <a:lstStyle/>
        <a:p>
          <a:endParaRPr lang="en-US"/>
        </a:p>
      </dgm:t>
    </dgm:pt>
    <dgm:pt modelId="{F07DD3C3-EB73-4006-860C-9F708C7AE055}" type="sibTrans" cxnId="{432100CA-C88A-448B-9298-A5909F75447D}">
      <dgm:prSet/>
      <dgm:spPr/>
      <dgm:t>
        <a:bodyPr/>
        <a:lstStyle/>
        <a:p>
          <a:endParaRPr lang="en-US"/>
        </a:p>
      </dgm:t>
    </dgm:pt>
    <dgm:pt modelId="{87BC8473-C8EE-41CF-951D-B192A5126301}">
      <dgm:prSet/>
      <dgm:spPr/>
      <dgm:t>
        <a:bodyPr/>
        <a:lstStyle/>
        <a:p>
          <a:pPr>
            <a:lnSpc>
              <a:spcPct val="100000"/>
            </a:lnSpc>
            <a:defRPr b="1"/>
          </a:pPr>
          <a:r>
            <a:rPr lang="en-US" b="1"/>
            <a:t>Inventory Management</a:t>
          </a:r>
          <a:endParaRPr lang="en-US"/>
        </a:p>
      </dgm:t>
    </dgm:pt>
    <dgm:pt modelId="{6B4CB275-9EAE-4E55-9871-84F0A8771139}" type="parTrans" cxnId="{1354DBD7-CBBC-4456-ADB0-BBBB9B99B10D}">
      <dgm:prSet/>
      <dgm:spPr/>
      <dgm:t>
        <a:bodyPr/>
        <a:lstStyle/>
        <a:p>
          <a:endParaRPr lang="en-US"/>
        </a:p>
      </dgm:t>
    </dgm:pt>
    <dgm:pt modelId="{1C05D34F-4806-40E0-8BDD-81228D7F1738}" type="sibTrans" cxnId="{1354DBD7-CBBC-4456-ADB0-BBBB9B99B10D}">
      <dgm:prSet/>
      <dgm:spPr/>
      <dgm:t>
        <a:bodyPr/>
        <a:lstStyle/>
        <a:p>
          <a:endParaRPr lang="en-US"/>
        </a:p>
      </dgm:t>
    </dgm:pt>
    <dgm:pt modelId="{16F875D5-C331-42E1-939D-E0E25931AA6A}">
      <dgm:prSet/>
      <dgm:spPr/>
      <dgm:t>
        <a:bodyPr/>
        <a:lstStyle/>
        <a:p>
          <a:pPr>
            <a:lnSpc>
              <a:spcPct val="100000"/>
            </a:lnSpc>
          </a:pPr>
          <a:r>
            <a:rPr lang="en-US"/>
            <a:t>Analyzes sales trends &amp; seasonal demand</a:t>
          </a:r>
        </a:p>
      </dgm:t>
    </dgm:pt>
    <dgm:pt modelId="{A783B07F-B88D-44A6-8A56-974CB5B6E4FB}" type="parTrans" cxnId="{3F0D5C89-E52B-462E-9641-DCEA6087E8E9}">
      <dgm:prSet/>
      <dgm:spPr/>
      <dgm:t>
        <a:bodyPr/>
        <a:lstStyle/>
        <a:p>
          <a:endParaRPr lang="en-US"/>
        </a:p>
      </dgm:t>
    </dgm:pt>
    <dgm:pt modelId="{38B64A89-BD84-4D8D-99AA-44DD908AF7C8}" type="sibTrans" cxnId="{3F0D5C89-E52B-462E-9641-DCEA6087E8E9}">
      <dgm:prSet/>
      <dgm:spPr/>
      <dgm:t>
        <a:bodyPr/>
        <a:lstStyle/>
        <a:p>
          <a:endParaRPr lang="en-US"/>
        </a:p>
      </dgm:t>
    </dgm:pt>
    <dgm:pt modelId="{90F99BF5-C6FD-4272-9A1E-ECEF021592B7}">
      <dgm:prSet/>
      <dgm:spPr/>
      <dgm:t>
        <a:bodyPr/>
        <a:lstStyle/>
        <a:p>
          <a:pPr>
            <a:lnSpc>
              <a:spcPct val="100000"/>
            </a:lnSpc>
          </a:pPr>
          <a:r>
            <a:rPr lang="en-US"/>
            <a:t>Prevents overstock &amp; stockouts</a:t>
          </a:r>
        </a:p>
      </dgm:t>
    </dgm:pt>
    <dgm:pt modelId="{057C227D-2BA4-4FAD-B171-DB03FF757216}" type="parTrans" cxnId="{1BAFBD1A-B871-4630-85B2-5F1D49B1B339}">
      <dgm:prSet/>
      <dgm:spPr/>
      <dgm:t>
        <a:bodyPr/>
        <a:lstStyle/>
        <a:p>
          <a:endParaRPr lang="en-US"/>
        </a:p>
      </dgm:t>
    </dgm:pt>
    <dgm:pt modelId="{F412242E-5354-4408-83AF-15FC71133ABC}" type="sibTrans" cxnId="{1BAFBD1A-B871-4630-85B2-5F1D49B1B339}">
      <dgm:prSet/>
      <dgm:spPr/>
      <dgm:t>
        <a:bodyPr/>
        <a:lstStyle/>
        <a:p>
          <a:endParaRPr lang="en-US"/>
        </a:p>
      </dgm:t>
    </dgm:pt>
    <dgm:pt modelId="{0C9C6B8A-9441-419B-9D86-4D60CF3FF1E5}">
      <dgm:prSet/>
      <dgm:spPr/>
      <dgm:t>
        <a:bodyPr/>
        <a:lstStyle/>
        <a:p>
          <a:pPr>
            <a:lnSpc>
              <a:spcPct val="100000"/>
            </a:lnSpc>
            <a:defRPr b="1"/>
          </a:pPr>
          <a:r>
            <a:rPr lang="en-US" b="1"/>
            <a:t>Dynamic Pricing</a:t>
          </a:r>
          <a:endParaRPr lang="en-US"/>
        </a:p>
      </dgm:t>
    </dgm:pt>
    <dgm:pt modelId="{4C401CB5-2918-4B82-BDB2-492207DE52FA}" type="parTrans" cxnId="{EA164C98-6325-42B9-8029-BC0818F20CC8}">
      <dgm:prSet/>
      <dgm:spPr/>
      <dgm:t>
        <a:bodyPr/>
        <a:lstStyle/>
        <a:p>
          <a:endParaRPr lang="en-US"/>
        </a:p>
      </dgm:t>
    </dgm:pt>
    <dgm:pt modelId="{3102C53E-C4DB-44BC-8F36-CACB6DD0D0DD}" type="sibTrans" cxnId="{EA164C98-6325-42B9-8029-BC0818F20CC8}">
      <dgm:prSet/>
      <dgm:spPr/>
      <dgm:t>
        <a:bodyPr/>
        <a:lstStyle/>
        <a:p>
          <a:endParaRPr lang="en-US"/>
        </a:p>
      </dgm:t>
    </dgm:pt>
    <dgm:pt modelId="{1EE2D120-9091-4A8F-A649-67F697E287C3}">
      <dgm:prSet/>
      <dgm:spPr/>
      <dgm:t>
        <a:bodyPr/>
        <a:lstStyle/>
        <a:p>
          <a:pPr>
            <a:lnSpc>
              <a:spcPct val="100000"/>
            </a:lnSpc>
          </a:pPr>
          <a:r>
            <a:rPr lang="en-US"/>
            <a:t>Adjusts prices based on demand &amp; competitors</a:t>
          </a:r>
        </a:p>
      </dgm:t>
    </dgm:pt>
    <dgm:pt modelId="{FC01765F-33D4-4361-BD87-B67A894302E3}" type="parTrans" cxnId="{FDA3CC5F-6899-46DA-AB9B-FD027222C07C}">
      <dgm:prSet/>
      <dgm:spPr/>
      <dgm:t>
        <a:bodyPr/>
        <a:lstStyle/>
        <a:p>
          <a:endParaRPr lang="en-US"/>
        </a:p>
      </dgm:t>
    </dgm:pt>
    <dgm:pt modelId="{A53074BD-29FF-4FF6-8B83-D04C6C619682}" type="sibTrans" cxnId="{FDA3CC5F-6899-46DA-AB9B-FD027222C07C}">
      <dgm:prSet/>
      <dgm:spPr/>
      <dgm:t>
        <a:bodyPr/>
        <a:lstStyle/>
        <a:p>
          <a:endParaRPr lang="en-US"/>
        </a:p>
      </dgm:t>
    </dgm:pt>
    <dgm:pt modelId="{4243ABEF-2DA2-4705-84FC-3A9461E6E571}">
      <dgm:prSet/>
      <dgm:spPr/>
      <dgm:t>
        <a:bodyPr/>
        <a:lstStyle/>
        <a:p>
          <a:pPr>
            <a:lnSpc>
              <a:spcPct val="100000"/>
            </a:lnSpc>
          </a:pPr>
          <a:r>
            <a:rPr lang="en-US"/>
            <a:t>Maximizes revenue &amp; competitiveness</a:t>
          </a:r>
        </a:p>
      </dgm:t>
    </dgm:pt>
    <dgm:pt modelId="{1863D217-70E5-4808-A58A-6C694BFDD374}" type="parTrans" cxnId="{E3A23E5A-D4F7-48EF-BDAC-8FD55DB90576}">
      <dgm:prSet/>
      <dgm:spPr/>
      <dgm:t>
        <a:bodyPr/>
        <a:lstStyle/>
        <a:p>
          <a:endParaRPr lang="en-US"/>
        </a:p>
      </dgm:t>
    </dgm:pt>
    <dgm:pt modelId="{DE7FF7AD-4207-4762-87EC-4831F954E7C9}" type="sibTrans" cxnId="{E3A23E5A-D4F7-48EF-BDAC-8FD55DB90576}">
      <dgm:prSet/>
      <dgm:spPr/>
      <dgm:t>
        <a:bodyPr/>
        <a:lstStyle/>
        <a:p>
          <a:endParaRPr lang="en-US"/>
        </a:p>
      </dgm:t>
    </dgm:pt>
    <dgm:pt modelId="{B33D97E6-DA3A-4450-8BF5-132B01736209}" type="pres">
      <dgm:prSet presAssocID="{F2F0899C-090C-4FDB-BDB2-6D0BC155CADE}" presName="root" presStyleCnt="0">
        <dgm:presLayoutVars>
          <dgm:dir/>
          <dgm:resizeHandles val="exact"/>
        </dgm:presLayoutVars>
      </dgm:prSet>
      <dgm:spPr/>
    </dgm:pt>
    <dgm:pt modelId="{9DFE97C6-E7EA-4ECA-943C-2F792B245FA8}" type="pres">
      <dgm:prSet presAssocID="{91AE3541-99E9-4B68-A2AC-17C656B867DB}" presName="compNode" presStyleCnt="0"/>
      <dgm:spPr/>
    </dgm:pt>
    <dgm:pt modelId="{88CD98E4-BE8F-437A-97C2-41BC3BD69CF4}" type="pres">
      <dgm:prSet presAssocID="{91AE3541-99E9-4B68-A2AC-17C656B867DB}"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User"/>
        </a:ext>
      </dgm:extLst>
    </dgm:pt>
    <dgm:pt modelId="{F22BAA41-3743-41CD-95F5-7E85CAFBC9CA}" type="pres">
      <dgm:prSet presAssocID="{91AE3541-99E9-4B68-A2AC-17C656B867DB}" presName="iconSpace" presStyleCnt="0"/>
      <dgm:spPr/>
    </dgm:pt>
    <dgm:pt modelId="{88E972D6-CDAA-4AF4-8842-87CCBE5291E4}" type="pres">
      <dgm:prSet presAssocID="{91AE3541-99E9-4B68-A2AC-17C656B867DB}" presName="parTx" presStyleLbl="revTx" presStyleIdx="0" presStyleCnt="6">
        <dgm:presLayoutVars>
          <dgm:chMax val="0"/>
          <dgm:chPref val="0"/>
        </dgm:presLayoutVars>
      </dgm:prSet>
      <dgm:spPr/>
    </dgm:pt>
    <dgm:pt modelId="{9C93B41A-D660-4BD6-ADEE-B53A05ABB28E}" type="pres">
      <dgm:prSet presAssocID="{91AE3541-99E9-4B68-A2AC-17C656B867DB}" presName="txSpace" presStyleCnt="0"/>
      <dgm:spPr/>
    </dgm:pt>
    <dgm:pt modelId="{C8922E68-16AE-4A50-A331-EBB7BFDEED49}" type="pres">
      <dgm:prSet presAssocID="{91AE3541-99E9-4B68-A2AC-17C656B867DB}" presName="desTx" presStyleLbl="revTx" presStyleIdx="1" presStyleCnt="6">
        <dgm:presLayoutVars/>
      </dgm:prSet>
      <dgm:spPr/>
    </dgm:pt>
    <dgm:pt modelId="{C6D9367E-0FED-46F3-9701-376E5047F816}" type="pres">
      <dgm:prSet presAssocID="{4EC0E6A9-6110-494D-8982-F994C937B24B}" presName="sibTrans" presStyleCnt="0"/>
      <dgm:spPr/>
    </dgm:pt>
    <dgm:pt modelId="{0052C12A-8317-4D27-8FF2-5EE762B90786}" type="pres">
      <dgm:prSet presAssocID="{87BC8473-C8EE-41CF-951D-B192A5126301}" presName="compNode" presStyleCnt="0"/>
      <dgm:spPr/>
    </dgm:pt>
    <dgm:pt modelId="{2BC15929-A424-4DA2-BA4E-4956F4CC6B38}" type="pres">
      <dgm:prSet presAssocID="{87BC8473-C8EE-41CF-951D-B192A5126301}"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ar Graph with Upward Trend"/>
        </a:ext>
      </dgm:extLst>
    </dgm:pt>
    <dgm:pt modelId="{8AD52361-B011-41EA-81D0-FE93901C2783}" type="pres">
      <dgm:prSet presAssocID="{87BC8473-C8EE-41CF-951D-B192A5126301}" presName="iconSpace" presStyleCnt="0"/>
      <dgm:spPr/>
    </dgm:pt>
    <dgm:pt modelId="{3A6CF079-DB28-4E72-A058-7E7E2A6A46AE}" type="pres">
      <dgm:prSet presAssocID="{87BC8473-C8EE-41CF-951D-B192A5126301}" presName="parTx" presStyleLbl="revTx" presStyleIdx="2" presStyleCnt="6">
        <dgm:presLayoutVars>
          <dgm:chMax val="0"/>
          <dgm:chPref val="0"/>
        </dgm:presLayoutVars>
      </dgm:prSet>
      <dgm:spPr/>
    </dgm:pt>
    <dgm:pt modelId="{070AE2E6-72A5-452E-834A-BA15FAE01828}" type="pres">
      <dgm:prSet presAssocID="{87BC8473-C8EE-41CF-951D-B192A5126301}" presName="txSpace" presStyleCnt="0"/>
      <dgm:spPr/>
    </dgm:pt>
    <dgm:pt modelId="{E87DC7CB-5BE2-4CFF-8100-14B0B10B6BE7}" type="pres">
      <dgm:prSet presAssocID="{87BC8473-C8EE-41CF-951D-B192A5126301}" presName="desTx" presStyleLbl="revTx" presStyleIdx="3" presStyleCnt="6">
        <dgm:presLayoutVars/>
      </dgm:prSet>
      <dgm:spPr/>
    </dgm:pt>
    <dgm:pt modelId="{4EE238A6-5C05-48A9-BBE2-05D034B93970}" type="pres">
      <dgm:prSet presAssocID="{1C05D34F-4806-40E0-8BDD-81228D7F1738}" presName="sibTrans" presStyleCnt="0"/>
      <dgm:spPr/>
    </dgm:pt>
    <dgm:pt modelId="{EECF5FAC-1346-460D-B42F-0672E4370474}" type="pres">
      <dgm:prSet presAssocID="{0C9C6B8A-9441-419B-9D86-4D60CF3FF1E5}" presName="compNode" presStyleCnt="0"/>
      <dgm:spPr/>
    </dgm:pt>
    <dgm:pt modelId="{C1D9C5E4-8C06-42D4-ABF4-C9C9972CD4DC}" type="pres">
      <dgm:prSet presAssocID="{0C9C6B8A-9441-419B-9D86-4D60CF3FF1E5}"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Tag"/>
        </a:ext>
      </dgm:extLst>
    </dgm:pt>
    <dgm:pt modelId="{7B1C62E7-BC14-46F5-BA6A-24A6AD5CA5A2}" type="pres">
      <dgm:prSet presAssocID="{0C9C6B8A-9441-419B-9D86-4D60CF3FF1E5}" presName="iconSpace" presStyleCnt="0"/>
      <dgm:spPr/>
    </dgm:pt>
    <dgm:pt modelId="{A0F0FC96-6CBB-4DD5-A4F7-47D615B14497}" type="pres">
      <dgm:prSet presAssocID="{0C9C6B8A-9441-419B-9D86-4D60CF3FF1E5}" presName="parTx" presStyleLbl="revTx" presStyleIdx="4" presStyleCnt="6">
        <dgm:presLayoutVars>
          <dgm:chMax val="0"/>
          <dgm:chPref val="0"/>
        </dgm:presLayoutVars>
      </dgm:prSet>
      <dgm:spPr/>
    </dgm:pt>
    <dgm:pt modelId="{EEBB6CD6-FE4B-4D44-B8D5-82D08F2B3915}" type="pres">
      <dgm:prSet presAssocID="{0C9C6B8A-9441-419B-9D86-4D60CF3FF1E5}" presName="txSpace" presStyleCnt="0"/>
      <dgm:spPr/>
    </dgm:pt>
    <dgm:pt modelId="{CA16269D-A145-4FBE-9195-3533C3388574}" type="pres">
      <dgm:prSet presAssocID="{0C9C6B8A-9441-419B-9D86-4D60CF3FF1E5}" presName="desTx" presStyleLbl="revTx" presStyleIdx="5" presStyleCnt="6">
        <dgm:presLayoutVars/>
      </dgm:prSet>
      <dgm:spPr/>
    </dgm:pt>
  </dgm:ptLst>
  <dgm:cxnLst>
    <dgm:cxn modelId="{B7799C0E-8623-4566-AAF0-2BF93057461C}" type="presOf" srcId="{91AE3541-99E9-4B68-A2AC-17C656B867DB}" destId="{88E972D6-CDAA-4AF4-8842-87CCBE5291E4}" srcOrd="0" destOrd="0" presId="urn:microsoft.com/office/officeart/2018/5/layout/CenteredIconLabelDescriptionList"/>
    <dgm:cxn modelId="{30AEA515-CFA9-4A91-A0EE-65371A286ED4}" type="presOf" srcId="{90F99BF5-C6FD-4272-9A1E-ECEF021592B7}" destId="{E87DC7CB-5BE2-4CFF-8100-14B0B10B6BE7}" srcOrd="0" destOrd="1" presId="urn:microsoft.com/office/officeart/2018/5/layout/CenteredIconLabelDescriptionList"/>
    <dgm:cxn modelId="{1BAFBD1A-B871-4630-85B2-5F1D49B1B339}" srcId="{87BC8473-C8EE-41CF-951D-B192A5126301}" destId="{90F99BF5-C6FD-4272-9A1E-ECEF021592B7}" srcOrd="1" destOrd="0" parTransId="{057C227D-2BA4-4FAD-B171-DB03FF757216}" sibTransId="{F412242E-5354-4408-83AF-15FC71133ABC}"/>
    <dgm:cxn modelId="{04CA6F3E-5B15-4079-8A40-1315BB1694E2}" type="presOf" srcId="{F2F0899C-090C-4FDB-BDB2-6D0BC155CADE}" destId="{B33D97E6-DA3A-4450-8BF5-132B01736209}" srcOrd="0" destOrd="0" presId="urn:microsoft.com/office/officeart/2018/5/layout/CenteredIconLabelDescriptionList"/>
    <dgm:cxn modelId="{FDA3CC5F-6899-46DA-AB9B-FD027222C07C}" srcId="{0C9C6B8A-9441-419B-9D86-4D60CF3FF1E5}" destId="{1EE2D120-9091-4A8F-A649-67F697E287C3}" srcOrd="0" destOrd="0" parTransId="{FC01765F-33D4-4361-BD87-B67A894302E3}" sibTransId="{A53074BD-29FF-4FF6-8B83-D04C6C619682}"/>
    <dgm:cxn modelId="{60B9F443-0DA0-40E6-83F7-9195D215ECE5}" srcId="{F2F0899C-090C-4FDB-BDB2-6D0BC155CADE}" destId="{91AE3541-99E9-4B68-A2AC-17C656B867DB}" srcOrd="0" destOrd="0" parTransId="{FC245FA4-A479-41BC-B637-847BD611DA70}" sibTransId="{4EC0E6A9-6110-494D-8982-F994C937B24B}"/>
    <dgm:cxn modelId="{735D0D67-8668-4A44-BFE5-0DCE10AB324D}" type="presOf" srcId="{87BC8473-C8EE-41CF-951D-B192A5126301}" destId="{3A6CF079-DB28-4E72-A058-7E7E2A6A46AE}" srcOrd="0" destOrd="0" presId="urn:microsoft.com/office/officeart/2018/5/layout/CenteredIconLabelDescriptionList"/>
    <dgm:cxn modelId="{22EB1367-AD36-4AA8-BE78-AB599E1F76D8}" type="presOf" srcId="{1EE2D120-9091-4A8F-A649-67F697E287C3}" destId="{CA16269D-A145-4FBE-9195-3533C3388574}" srcOrd="0" destOrd="0" presId="urn:microsoft.com/office/officeart/2018/5/layout/CenteredIconLabelDescriptionList"/>
    <dgm:cxn modelId="{DA0F1859-7DE9-4A89-B2E5-3906609486CA}" type="presOf" srcId="{16F875D5-C331-42E1-939D-E0E25931AA6A}" destId="{E87DC7CB-5BE2-4CFF-8100-14B0B10B6BE7}" srcOrd="0" destOrd="0" presId="urn:microsoft.com/office/officeart/2018/5/layout/CenteredIconLabelDescriptionList"/>
    <dgm:cxn modelId="{AEA5E859-5CC8-4843-8BDB-4C213EEF1525}" type="presOf" srcId="{2B100D72-AD08-4FE4-99CE-EB555A81177D}" destId="{C8922E68-16AE-4A50-A331-EBB7BFDEED49}" srcOrd="0" destOrd="1" presId="urn:microsoft.com/office/officeart/2018/5/layout/CenteredIconLabelDescriptionList"/>
    <dgm:cxn modelId="{E3A23E5A-D4F7-48EF-BDAC-8FD55DB90576}" srcId="{0C9C6B8A-9441-419B-9D86-4D60CF3FF1E5}" destId="{4243ABEF-2DA2-4705-84FC-3A9461E6E571}" srcOrd="1" destOrd="0" parTransId="{1863D217-70E5-4808-A58A-6C694BFDD374}" sibTransId="{DE7FF7AD-4207-4762-87EC-4831F954E7C9}"/>
    <dgm:cxn modelId="{3F0D5C89-E52B-462E-9641-DCEA6087E8E9}" srcId="{87BC8473-C8EE-41CF-951D-B192A5126301}" destId="{16F875D5-C331-42E1-939D-E0E25931AA6A}" srcOrd="0" destOrd="0" parTransId="{A783B07F-B88D-44A6-8A56-974CB5B6E4FB}" sibTransId="{38B64A89-BD84-4D8D-99AA-44DD908AF7C8}"/>
    <dgm:cxn modelId="{EA164C98-6325-42B9-8029-BC0818F20CC8}" srcId="{F2F0899C-090C-4FDB-BDB2-6D0BC155CADE}" destId="{0C9C6B8A-9441-419B-9D86-4D60CF3FF1E5}" srcOrd="2" destOrd="0" parTransId="{4C401CB5-2918-4B82-BDB2-492207DE52FA}" sibTransId="{3102C53E-C4DB-44BC-8F36-CACB6DD0D0DD}"/>
    <dgm:cxn modelId="{E45FA8A2-65E5-49D0-BA2A-74DF9C60CA85}" type="presOf" srcId="{77526AC3-E4E3-4191-9BFC-0FC406FAF8FE}" destId="{C8922E68-16AE-4A50-A331-EBB7BFDEED49}" srcOrd="0" destOrd="0" presId="urn:microsoft.com/office/officeart/2018/5/layout/CenteredIconLabelDescriptionList"/>
    <dgm:cxn modelId="{824E37BF-4554-47F0-94E3-E90F18C4AE58}" srcId="{91AE3541-99E9-4B68-A2AC-17C656B867DB}" destId="{77526AC3-E4E3-4191-9BFC-0FC406FAF8FE}" srcOrd="0" destOrd="0" parTransId="{786A7978-58B6-4D1F-B5CD-9E83649A7CE9}" sibTransId="{1F228127-B153-4FE5-8CFB-C6B6DFC787A6}"/>
    <dgm:cxn modelId="{432100CA-C88A-448B-9298-A5909F75447D}" srcId="{91AE3541-99E9-4B68-A2AC-17C656B867DB}" destId="{2B100D72-AD08-4FE4-99CE-EB555A81177D}" srcOrd="1" destOrd="0" parTransId="{41933F94-EEBD-4834-B039-5136580CC9F2}" sibTransId="{F07DD3C3-EB73-4006-860C-9F708C7AE055}"/>
    <dgm:cxn modelId="{1354DBD7-CBBC-4456-ADB0-BBBB9B99B10D}" srcId="{F2F0899C-090C-4FDB-BDB2-6D0BC155CADE}" destId="{87BC8473-C8EE-41CF-951D-B192A5126301}" srcOrd="1" destOrd="0" parTransId="{6B4CB275-9EAE-4E55-9871-84F0A8771139}" sibTransId="{1C05D34F-4806-40E0-8BDD-81228D7F1738}"/>
    <dgm:cxn modelId="{AD4890D8-105B-4621-8902-9A8B9120833A}" type="presOf" srcId="{0C9C6B8A-9441-419B-9D86-4D60CF3FF1E5}" destId="{A0F0FC96-6CBB-4DD5-A4F7-47D615B14497}" srcOrd="0" destOrd="0" presId="urn:microsoft.com/office/officeart/2018/5/layout/CenteredIconLabelDescriptionList"/>
    <dgm:cxn modelId="{E0E9D3EB-D939-4E58-8165-D761A16E175B}" type="presOf" srcId="{4243ABEF-2DA2-4705-84FC-3A9461E6E571}" destId="{CA16269D-A145-4FBE-9195-3533C3388574}" srcOrd="0" destOrd="1" presId="urn:microsoft.com/office/officeart/2018/5/layout/CenteredIconLabelDescriptionList"/>
    <dgm:cxn modelId="{B2EC25B8-7C66-406D-93BB-C995D7E0D34B}" type="presParOf" srcId="{B33D97E6-DA3A-4450-8BF5-132B01736209}" destId="{9DFE97C6-E7EA-4ECA-943C-2F792B245FA8}" srcOrd="0" destOrd="0" presId="urn:microsoft.com/office/officeart/2018/5/layout/CenteredIconLabelDescriptionList"/>
    <dgm:cxn modelId="{56A24ADC-8F82-42AD-ABDF-818A30389E64}" type="presParOf" srcId="{9DFE97C6-E7EA-4ECA-943C-2F792B245FA8}" destId="{88CD98E4-BE8F-437A-97C2-41BC3BD69CF4}" srcOrd="0" destOrd="0" presId="urn:microsoft.com/office/officeart/2018/5/layout/CenteredIconLabelDescriptionList"/>
    <dgm:cxn modelId="{77D20A6E-78AD-46DE-A36B-90ADF5886AA2}" type="presParOf" srcId="{9DFE97C6-E7EA-4ECA-943C-2F792B245FA8}" destId="{F22BAA41-3743-41CD-95F5-7E85CAFBC9CA}" srcOrd="1" destOrd="0" presId="urn:microsoft.com/office/officeart/2018/5/layout/CenteredIconLabelDescriptionList"/>
    <dgm:cxn modelId="{D4834B39-5C1E-4E1A-97C0-FD7BF375B33E}" type="presParOf" srcId="{9DFE97C6-E7EA-4ECA-943C-2F792B245FA8}" destId="{88E972D6-CDAA-4AF4-8842-87CCBE5291E4}" srcOrd="2" destOrd="0" presId="urn:microsoft.com/office/officeart/2018/5/layout/CenteredIconLabelDescriptionList"/>
    <dgm:cxn modelId="{1E89A7D6-D99C-46C3-868E-E144B3298736}" type="presParOf" srcId="{9DFE97C6-E7EA-4ECA-943C-2F792B245FA8}" destId="{9C93B41A-D660-4BD6-ADEE-B53A05ABB28E}" srcOrd="3" destOrd="0" presId="urn:microsoft.com/office/officeart/2018/5/layout/CenteredIconLabelDescriptionList"/>
    <dgm:cxn modelId="{4FAC09A1-572C-4013-8A12-49C1216805DF}" type="presParOf" srcId="{9DFE97C6-E7EA-4ECA-943C-2F792B245FA8}" destId="{C8922E68-16AE-4A50-A331-EBB7BFDEED49}" srcOrd="4" destOrd="0" presId="urn:microsoft.com/office/officeart/2018/5/layout/CenteredIconLabelDescriptionList"/>
    <dgm:cxn modelId="{9310CC2A-D6F7-4925-A07D-2534967DD8D5}" type="presParOf" srcId="{B33D97E6-DA3A-4450-8BF5-132B01736209}" destId="{C6D9367E-0FED-46F3-9701-376E5047F816}" srcOrd="1" destOrd="0" presId="urn:microsoft.com/office/officeart/2018/5/layout/CenteredIconLabelDescriptionList"/>
    <dgm:cxn modelId="{D69D2127-5EBB-45CC-84BD-EF30E4E20812}" type="presParOf" srcId="{B33D97E6-DA3A-4450-8BF5-132B01736209}" destId="{0052C12A-8317-4D27-8FF2-5EE762B90786}" srcOrd="2" destOrd="0" presId="urn:microsoft.com/office/officeart/2018/5/layout/CenteredIconLabelDescriptionList"/>
    <dgm:cxn modelId="{71965EEB-6619-4492-BFE0-09A112FB8E38}" type="presParOf" srcId="{0052C12A-8317-4D27-8FF2-5EE762B90786}" destId="{2BC15929-A424-4DA2-BA4E-4956F4CC6B38}" srcOrd="0" destOrd="0" presId="urn:microsoft.com/office/officeart/2018/5/layout/CenteredIconLabelDescriptionList"/>
    <dgm:cxn modelId="{0F8A4B1B-05EF-477A-90D2-59B419292FDE}" type="presParOf" srcId="{0052C12A-8317-4D27-8FF2-5EE762B90786}" destId="{8AD52361-B011-41EA-81D0-FE93901C2783}" srcOrd="1" destOrd="0" presId="urn:microsoft.com/office/officeart/2018/5/layout/CenteredIconLabelDescriptionList"/>
    <dgm:cxn modelId="{DAE3CFA7-A48B-4B7D-AFCD-567383FBAD2E}" type="presParOf" srcId="{0052C12A-8317-4D27-8FF2-5EE762B90786}" destId="{3A6CF079-DB28-4E72-A058-7E7E2A6A46AE}" srcOrd="2" destOrd="0" presId="urn:microsoft.com/office/officeart/2018/5/layout/CenteredIconLabelDescriptionList"/>
    <dgm:cxn modelId="{B3BB3F51-FEE8-4848-8EF7-F98EAFCED9E3}" type="presParOf" srcId="{0052C12A-8317-4D27-8FF2-5EE762B90786}" destId="{070AE2E6-72A5-452E-834A-BA15FAE01828}" srcOrd="3" destOrd="0" presId="urn:microsoft.com/office/officeart/2018/5/layout/CenteredIconLabelDescriptionList"/>
    <dgm:cxn modelId="{F7810C6E-4AC2-48D0-8CBF-4E95C13CF209}" type="presParOf" srcId="{0052C12A-8317-4D27-8FF2-5EE762B90786}" destId="{E87DC7CB-5BE2-4CFF-8100-14B0B10B6BE7}" srcOrd="4" destOrd="0" presId="urn:microsoft.com/office/officeart/2018/5/layout/CenteredIconLabelDescriptionList"/>
    <dgm:cxn modelId="{75E2F6A3-312D-4341-8660-E901904F155F}" type="presParOf" srcId="{B33D97E6-DA3A-4450-8BF5-132B01736209}" destId="{4EE238A6-5C05-48A9-BBE2-05D034B93970}" srcOrd="3" destOrd="0" presId="urn:microsoft.com/office/officeart/2018/5/layout/CenteredIconLabelDescriptionList"/>
    <dgm:cxn modelId="{A8764809-563E-459E-B4C5-CF928A1429B0}" type="presParOf" srcId="{B33D97E6-DA3A-4450-8BF5-132B01736209}" destId="{EECF5FAC-1346-460D-B42F-0672E4370474}" srcOrd="4" destOrd="0" presId="urn:microsoft.com/office/officeart/2018/5/layout/CenteredIconLabelDescriptionList"/>
    <dgm:cxn modelId="{40C1CF06-F288-45EF-8F67-75F19F3BBE48}" type="presParOf" srcId="{EECF5FAC-1346-460D-B42F-0672E4370474}" destId="{C1D9C5E4-8C06-42D4-ABF4-C9C9972CD4DC}" srcOrd="0" destOrd="0" presId="urn:microsoft.com/office/officeart/2018/5/layout/CenteredIconLabelDescriptionList"/>
    <dgm:cxn modelId="{E9AE4303-4DCD-44D9-ADDA-D76DFC4948D8}" type="presParOf" srcId="{EECF5FAC-1346-460D-B42F-0672E4370474}" destId="{7B1C62E7-BC14-46F5-BA6A-24A6AD5CA5A2}" srcOrd="1" destOrd="0" presId="urn:microsoft.com/office/officeart/2018/5/layout/CenteredIconLabelDescriptionList"/>
    <dgm:cxn modelId="{58BC5922-DF35-4FCB-A5EF-12A7517BD6AD}" type="presParOf" srcId="{EECF5FAC-1346-460D-B42F-0672E4370474}" destId="{A0F0FC96-6CBB-4DD5-A4F7-47D615B14497}" srcOrd="2" destOrd="0" presId="urn:microsoft.com/office/officeart/2018/5/layout/CenteredIconLabelDescriptionList"/>
    <dgm:cxn modelId="{10776B80-2B9D-4E99-919E-39A1B4A4A67A}" type="presParOf" srcId="{EECF5FAC-1346-460D-B42F-0672E4370474}" destId="{EEBB6CD6-FE4B-4D44-B8D5-82D08F2B3915}" srcOrd="3" destOrd="0" presId="urn:microsoft.com/office/officeart/2018/5/layout/CenteredIconLabelDescriptionList"/>
    <dgm:cxn modelId="{F3D8D97C-AF98-466C-B582-EA2FBA0C9AD0}" type="presParOf" srcId="{EECF5FAC-1346-460D-B42F-0672E4370474}" destId="{CA16269D-A145-4FBE-9195-3533C3388574}"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FE06E81-94E5-4768-952C-28FAB45A2B0C}" type="doc">
      <dgm:prSet loTypeId="urn:microsoft.com/office/officeart/2018/2/layout/IconLabelDescriptionList" loCatId="icon" qsTypeId="urn:microsoft.com/office/officeart/2005/8/quickstyle/simple1" qsCatId="simple" csTypeId="urn:microsoft.com/office/officeart/2005/8/colors/accent1_2" csCatId="accent1" phldr="1"/>
      <dgm:spPr/>
      <dgm:t>
        <a:bodyPr/>
        <a:lstStyle/>
        <a:p>
          <a:endParaRPr lang="en-US"/>
        </a:p>
      </dgm:t>
    </dgm:pt>
    <dgm:pt modelId="{DBAD5219-37E1-411B-AE23-3A337843C7C3}">
      <dgm:prSet/>
      <dgm:spPr/>
      <dgm:t>
        <a:bodyPr/>
        <a:lstStyle/>
        <a:p>
          <a:pPr>
            <a:lnSpc>
              <a:spcPct val="100000"/>
            </a:lnSpc>
            <a:defRPr b="1"/>
          </a:pPr>
          <a:r>
            <a:rPr lang="en-IN" b="1"/>
            <a:t>Predictive Diagnosis</a:t>
          </a:r>
          <a:endParaRPr lang="en-US"/>
        </a:p>
      </dgm:t>
    </dgm:pt>
    <dgm:pt modelId="{7AC775F8-64F5-4D1A-AFCA-D289189F8713}" type="parTrans" cxnId="{582D6FC6-7FED-4E69-A94B-7AC810093988}">
      <dgm:prSet/>
      <dgm:spPr/>
      <dgm:t>
        <a:bodyPr/>
        <a:lstStyle/>
        <a:p>
          <a:endParaRPr lang="en-US"/>
        </a:p>
      </dgm:t>
    </dgm:pt>
    <dgm:pt modelId="{233C718C-189C-4998-A638-E66724EA53BE}" type="sibTrans" cxnId="{582D6FC6-7FED-4E69-A94B-7AC810093988}">
      <dgm:prSet/>
      <dgm:spPr/>
      <dgm:t>
        <a:bodyPr/>
        <a:lstStyle/>
        <a:p>
          <a:endParaRPr lang="en-US"/>
        </a:p>
      </dgm:t>
    </dgm:pt>
    <dgm:pt modelId="{2DCBA204-42C2-4DCA-AB26-389F92BD7210}">
      <dgm:prSet/>
      <dgm:spPr/>
      <dgm:t>
        <a:bodyPr/>
        <a:lstStyle/>
        <a:p>
          <a:pPr>
            <a:lnSpc>
              <a:spcPct val="100000"/>
            </a:lnSpc>
          </a:pPr>
          <a:r>
            <a:rPr lang="en-IN"/>
            <a:t>AI analyses patient history &amp; scans</a:t>
          </a:r>
          <a:endParaRPr lang="en-US"/>
        </a:p>
      </dgm:t>
    </dgm:pt>
    <dgm:pt modelId="{0D81D8C7-92DB-4D8A-818E-0816EC7A0DAF}" type="parTrans" cxnId="{F8EB1B31-0F7C-4FD8-BF7C-266828C0424A}">
      <dgm:prSet/>
      <dgm:spPr/>
      <dgm:t>
        <a:bodyPr/>
        <a:lstStyle/>
        <a:p>
          <a:endParaRPr lang="en-US"/>
        </a:p>
      </dgm:t>
    </dgm:pt>
    <dgm:pt modelId="{626554D6-CF14-4178-B658-1ED56971592E}" type="sibTrans" cxnId="{F8EB1B31-0F7C-4FD8-BF7C-266828C0424A}">
      <dgm:prSet/>
      <dgm:spPr/>
      <dgm:t>
        <a:bodyPr/>
        <a:lstStyle/>
        <a:p>
          <a:endParaRPr lang="en-US"/>
        </a:p>
      </dgm:t>
    </dgm:pt>
    <dgm:pt modelId="{DC906F52-1C3F-4301-B76D-B6DE3A83743B}">
      <dgm:prSet/>
      <dgm:spPr/>
      <dgm:t>
        <a:bodyPr/>
        <a:lstStyle/>
        <a:p>
          <a:pPr>
            <a:lnSpc>
              <a:spcPct val="100000"/>
            </a:lnSpc>
          </a:pPr>
          <a:r>
            <a:rPr lang="en-IN"/>
            <a:t>Detects diseases early</a:t>
          </a:r>
          <a:endParaRPr lang="en-US"/>
        </a:p>
      </dgm:t>
    </dgm:pt>
    <dgm:pt modelId="{2DCDC011-86E3-4A6D-BF06-5B1ED25DA701}" type="parTrans" cxnId="{00461DE0-F198-4366-8E92-9785831E9E99}">
      <dgm:prSet/>
      <dgm:spPr/>
      <dgm:t>
        <a:bodyPr/>
        <a:lstStyle/>
        <a:p>
          <a:endParaRPr lang="en-US"/>
        </a:p>
      </dgm:t>
    </dgm:pt>
    <dgm:pt modelId="{0F3B9D6A-0A6C-483F-8919-D600EF466F14}" type="sibTrans" cxnId="{00461DE0-F198-4366-8E92-9785831E9E99}">
      <dgm:prSet/>
      <dgm:spPr/>
      <dgm:t>
        <a:bodyPr/>
        <a:lstStyle/>
        <a:p>
          <a:endParaRPr lang="en-US"/>
        </a:p>
      </dgm:t>
    </dgm:pt>
    <dgm:pt modelId="{E8C89C39-7371-47F5-9C6E-81335ECC92FD}">
      <dgm:prSet/>
      <dgm:spPr/>
      <dgm:t>
        <a:bodyPr/>
        <a:lstStyle/>
        <a:p>
          <a:pPr>
            <a:lnSpc>
              <a:spcPct val="100000"/>
            </a:lnSpc>
            <a:defRPr b="1"/>
          </a:pPr>
          <a:r>
            <a:rPr lang="en-IN" b="1"/>
            <a:t>Resource Allocation</a:t>
          </a:r>
          <a:endParaRPr lang="en-US"/>
        </a:p>
      </dgm:t>
    </dgm:pt>
    <dgm:pt modelId="{ACAC4D01-4C57-4A8F-9C12-28BBE373ED56}" type="parTrans" cxnId="{39400BE8-E29C-415F-AC1F-D8D58825BD42}">
      <dgm:prSet/>
      <dgm:spPr/>
      <dgm:t>
        <a:bodyPr/>
        <a:lstStyle/>
        <a:p>
          <a:endParaRPr lang="en-US"/>
        </a:p>
      </dgm:t>
    </dgm:pt>
    <dgm:pt modelId="{9871EDE9-68FD-4B8A-A11C-B1D9887DB97E}" type="sibTrans" cxnId="{39400BE8-E29C-415F-AC1F-D8D58825BD42}">
      <dgm:prSet/>
      <dgm:spPr/>
      <dgm:t>
        <a:bodyPr/>
        <a:lstStyle/>
        <a:p>
          <a:endParaRPr lang="en-US"/>
        </a:p>
      </dgm:t>
    </dgm:pt>
    <dgm:pt modelId="{177CD3C7-2A5D-4FB3-BAF9-8232C93B15A7}">
      <dgm:prSet/>
      <dgm:spPr/>
      <dgm:t>
        <a:bodyPr/>
        <a:lstStyle/>
        <a:p>
          <a:pPr>
            <a:lnSpc>
              <a:spcPct val="100000"/>
            </a:lnSpc>
          </a:pPr>
          <a:r>
            <a:rPr lang="en-IN"/>
            <a:t>Patient inflow data optimizes staff &amp; bed availability</a:t>
          </a:r>
          <a:endParaRPr lang="en-US"/>
        </a:p>
      </dgm:t>
    </dgm:pt>
    <dgm:pt modelId="{02397AB9-AE16-4914-8569-D86F5F6350B6}" type="parTrans" cxnId="{BC24BB1B-DBF5-4816-A1BD-0A63259085BF}">
      <dgm:prSet/>
      <dgm:spPr/>
      <dgm:t>
        <a:bodyPr/>
        <a:lstStyle/>
        <a:p>
          <a:endParaRPr lang="en-US"/>
        </a:p>
      </dgm:t>
    </dgm:pt>
    <dgm:pt modelId="{A961892B-B4DC-4D2E-89DC-8D51ED76BEB0}" type="sibTrans" cxnId="{BC24BB1B-DBF5-4816-A1BD-0A63259085BF}">
      <dgm:prSet/>
      <dgm:spPr/>
      <dgm:t>
        <a:bodyPr/>
        <a:lstStyle/>
        <a:p>
          <a:endParaRPr lang="en-US"/>
        </a:p>
      </dgm:t>
    </dgm:pt>
    <dgm:pt modelId="{F1135DFA-1094-484B-B634-3D8A1ED00FC6}">
      <dgm:prSet/>
      <dgm:spPr/>
      <dgm:t>
        <a:bodyPr/>
        <a:lstStyle/>
        <a:p>
          <a:pPr>
            <a:lnSpc>
              <a:spcPct val="100000"/>
            </a:lnSpc>
          </a:pPr>
          <a:r>
            <a:rPr lang="en-IN"/>
            <a:t>Improves hospital efficiency</a:t>
          </a:r>
          <a:endParaRPr lang="en-US"/>
        </a:p>
      </dgm:t>
    </dgm:pt>
    <dgm:pt modelId="{C09C0C63-49E6-46C2-93BF-6AC6FA14B153}" type="parTrans" cxnId="{3360589C-0309-4452-9AF5-90E708D9B758}">
      <dgm:prSet/>
      <dgm:spPr/>
      <dgm:t>
        <a:bodyPr/>
        <a:lstStyle/>
        <a:p>
          <a:endParaRPr lang="en-US"/>
        </a:p>
      </dgm:t>
    </dgm:pt>
    <dgm:pt modelId="{2D6CB16D-DFB3-4982-B55F-5CEE6D0B67BF}" type="sibTrans" cxnId="{3360589C-0309-4452-9AF5-90E708D9B758}">
      <dgm:prSet/>
      <dgm:spPr/>
      <dgm:t>
        <a:bodyPr/>
        <a:lstStyle/>
        <a:p>
          <a:endParaRPr lang="en-US"/>
        </a:p>
      </dgm:t>
    </dgm:pt>
    <dgm:pt modelId="{A116E677-D5D4-4E5C-AB8F-B9C767663C12}">
      <dgm:prSet/>
      <dgm:spPr/>
      <dgm:t>
        <a:bodyPr/>
        <a:lstStyle/>
        <a:p>
          <a:pPr>
            <a:lnSpc>
              <a:spcPct val="100000"/>
            </a:lnSpc>
            <a:defRPr b="1"/>
          </a:pPr>
          <a:r>
            <a:rPr lang="en-IN" b="1"/>
            <a:t>Personalized Treatment</a:t>
          </a:r>
          <a:endParaRPr lang="en-US"/>
        </a:p>
      </dgm:t>
    </dgm:pt>
    <dgm:pt modelId="{B8598DFC-E3A5-4696-BBCA-9C34C2D7EDD7}" type="parTrans" cxnId="{803D1964-C0A2-44B3-9292-4644E676BCFF}">
      <dgm:prSet/>
      <dgm:spPr/>
      <dgm:t>
        <a:bodyPr/>
        <a:lstStyle/>
        <a:p>
          <a:endParaRPr lang="en-US"/>
        </a:p>
      </dgm:t>
    </dgm:pt>
    <dgm:pt modelId="{AEBEFF74-EC50-44C7-8614-02511BE8C544}" type="sibTrans" cxnId="{803D1964-C0A2-44B3-9292-4644E676BCFF}">
      <dgm:prSet/>
      <dgm:spPr/>
      <dgm:t>
        <a:bodyPr/>
        <a:lstStyle/>
        <a:p>
          <a:endParaRPr lang="en-US"/>
        </a:p>
      </dgm:t>
    </dgm:pt>
    <dgm:pt modelId="{FD0F9714-729B-42AB-8A1E-9A81241346C8}">
      <dgm:prSet/>
      <dgm:spPr/>
      <dgm:t>
        <a:bodyPr/>
        <a:lstStyle/>
        <a:p>
          <a:pPr>
            <a:lnSpc>
              <a:spcPct val="100000"/>
            </a:lnSpc>
          </a:pPr>
          <a:r>
            <a:rPr lang="en-IN"/>
            <a:t>Uses patient history &amp; genetics</a:t>
          </a:r>
          <a:endParaRPr lang="en-US"/>
        </a:p>
      </dgm:t>
    </dgm:pt>
    <dgm:pt modelId="{E4FEF7CB-0F19-45ED-A2FC-C71E916151ED}" type="parTrans" cxnId="{096A99BE-BE9C-472A-B735-17A7D0F60D3B}">
      <dgm:prSet/>
      <dgm:spPr/>
      <dgm:t>
        <a:bodyPr/>
        <a:lstStyle/>
        <a:p>
          <a:endParaRPr lang="en-US"/>
        </a:p>
      </dgm:t>
    </dgm:pt>
    <dgm:pt modelId="{5C6CE823-6A00-4457-88CF-DB57F1C3DA68}" type="sibTrans" cxnId="{096A99BE-BE9C-472A-B735-17A7D0F60D3B}">
      <dgm:prSet/>
      <dgm:spPr/>
      <dgm:t>
        <a:bodyPr/>
        <a:lstStyle/>
        <a:p>
          <a:endParaRPr lang="en-US"/>
        </a:p>
      </dgm:t>
    </dgm:pt>
    <dgm:pt modelId="{0EE80658-5609-45F6-84AD-A7A4ADF398F8}">
      <dgm:prSet/>
      <dgm:spPr/>
      <dgm:t>
        <a:bodyPr/>
        <a:lstStyle/>
        <a:p>
          <a:pPr>
            <a:lnSpc>
              <a:spcPct val="100000"/>
            </a:lnSpc>
          </a:pPr>
          <a:r>
            <a:rPr lang="en-IN"/>
            <a:t>Tailors treatment for better outcomes</a:t>
          </a:r>
          <a:endParaRPr lang="en-US"/>
        </a:p>
      </dgm:t>
    </dgm:pt>
    <dgm:pt modelId="{D84D6646-7A50-47C7-A2C3-E606EC57EF2F}" type="parTrans" cxnId="{B41659BB-675D-4E79-8893-8D3B0D4AE950}">
      <dgm:prSet/>
      <dgm:spPr/>
      <dgm:t>
        <a:bodyPr/>
        <a:lstStyle/>
        <a:p>
          <a:endParaRPr lang="en-US"/>
        </a:p>
      </dgm:t>
    </dgm:pt>
    <dgm:pt modelId="{F806F14A-6171-4924-AD7A-B9439ACDA8C9}" type="sibTrans" cxnId="{B41659BB-675D-4E79-8893-8D3B0D4AE950}">
      <dgm:prSet/>
      <dgm:spPr/>
      <dgm:t>
        <a:bodyPr/>
        <a:lstStyle/>
        <a:p>
          <a:endParaRPr lang="en-US"/>
        </a:p>
      </dgm:t>
    </dgm:pt>
    <dgm:pt modelId="{713050A9-7768-4FB2-9792-4E3B4BF17FFA}" type="pres">
      <dgm:prSet presAssocID="{FFE06E81-94E5-4768-952C-28FAB45A2B0C}" presName="root" presStyleCnt="0">
        <dgm:presLayoutVars>
          <dgm:dir/>
          <dgm:resizeHandles val="exact"/>
        </dgm:presLayoutVars>
      </dgm:prSet>
      <dgm:spPr/>
    </dgm:pt>
    <dgm:pt modelId="{D2412BB4-76E9-4CF7-AF26-1F9CD1340938}" type="pres">
      <dgm:prSet presAssocID="{DBAD5219-37E1-411B-AE23-3A337843C7C3}" presName="compNode" presStyleCnt="0"/>
      <dgm:spPr/>
    </dgm:pt>
    <dgm:pt modelId="{36901CC1-E706-4F1E-A6DE-E4CD3C0AE344}" type="pres">
      <dgm:prSet presAssocID="{DBAD5219-37E1-411B-AE23-3A337843C7C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tethoscope"/>
        </a:ext>
      </dgm:extLst>
    </dgm:pt>
    <dgm:pt modelId="{6BE1CFFC-5AAC-44BC-8B52-8FB8EA3ECBFE}" type="pres">
      <dgm:prSet presAssocID="{DBAD5219-37E1-411B-AE23-3A337843C7C3}" presName="iconSpace" presStyleCnt="0"/>
      <dgm:spPr/>
    </dgm:pt>
    <dgm:pt modelId="{E012DAED-ECD2-441C-B278-06BC84F4F506}" type="pres">
      <dgm:prSet presAssocID="{DBAD5219-37E1-411B-AE23-3A337843C7C3}" presName="parTx" presStyleLbl="revTx" presStyleIdx="0" presStyleCnt="6">
        <dgm:presLayoutVars>
          <dgm:chMax val="0"/>
          <dgm:chPref val="0"/>
        </dgm:presLayoutVars>
      </dgm:prSet>
      <dgm:spPr/>
    </dgm:pt>
    <dgm:pt modelId="{CB164373-CEC9-4A40-A3A8-B6F40D928A19}" type="pres">
      <dgm:prSet presAssocID="{DBAD5219-37E1-411B-AE23-3A337843C7C3}" presName="txSpace" presStyleCnt="0"/>
      <dgm:spPr/>
    </dgm:pt>
    <dgm:pt modelId="{725C363E-5368-4F6E-8C82-8DB9C0BFA7FF}" type="pres">
      <dgm:prSet presAssocID="{DBAD5219-37E1-411B-AE23-3A337843C7C3}" presName="desTx" presStyleLbl="revTx" presStyleIdx="1" presStyleCnt="6">
        <dgm:presLayoutVars/>
      </dgm:prSet>
      <dgm:spPr/>
    </dgm:pt>
    <dgm:pt modelId="{FDCD9798-A822-41EC-A1E5-7C1E9C3B514F}" type="pres">
      <dgm:prSet presAssocID="{233C718C-189C-4998-A638-E66724EA53BE}" presName="sibTrans" presStyleCnt="0"/>
      <dgm:spPr/>
    </dgm:pt>
    <dgm:pt modelId="{4714ABF2-E407-4799-A893-EE8D76EC7399}" type="pres">
      <dgm:prSet presAssocID="{E8C89C39-7371-47F5-9C6E-81335ECC92FD}" presName="compNode" presStyleCnt="0"/>
      <dgm:spPr/>
    </dgm:pt>
    <dgm:pt modelId="{6CBDBEE6-E552-4141-B96A-E7B4C4CCF8F9}" type="pres">
      <dgm:prSet presAssocID="{E8C89C39-7371-47F5-9C6E-81335ECC92F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octor"/>
        </a:ext>
      </dgm:extLst>
    </dgm:pt>
    <dgm:pt modelId="{FF978D68-3A9B-4133-95A1-AAF2C0CC6C4F}" type="pres">
      <dgm:prSet presAssocID="{E8C89C39-7371-47F5-9C6E-81335ECC92FD}" presName="iconSpace" presStyleCnt="0"/>
      <dgm:spPr/>
    </dgm:pt>
    <dgm:pt modelId="{E61EEEE7-1D89-4E4D-96EB-E400B0E7A0FE}" type="pres">
      <dgm:prSet presAssocID="{E8C89C39-7371-47F5-9C6E-81335ECC92FD}" presName="parTx" presStyleLbl="revTx" presStyleIdx="2" presStyleCnt="6">
        <dgm:presLayoutVars>
          <dgm:chMax val="0"/>
          <dgm:chPref val="0"/>
        </dgm:presLayoutVars>
      </dgm:prSet>
      <dgm:spPr/>
    </dgm:pt>
    <dgm:pt modelId="{9EDAD806-07B0-4917-B942-76417F78F763}" type="pres">
      <dgm:prSet presAssocID="{E8C89C39-7371-47F5-9C6E-81335ECC92FD}" presName="txSpace" presStyleCnt="0"/>
      <dgm:spPr/>
    </dgm:pt>
    <dgm:pt modelId="{797C9881-6BB7-414E-A00A-0B1EED36F457}" type="pres">
      <dgm:prSet presAssocID="{E8C89C39-7371-47F5-9C6E-81335ECC92FD}" presName="desTx" presStyleLbl="revTx" presStyleIdx="3" presStyleCnt="6">
        <dgm:presLayoutVars/>
      </dgm:prSet>
      <dgm:spPr/>
    </dgm:pt>
    <dgm:pt modelId="{AEB62ED6-B2ED-41C9-A7D6-F7F2E0D31701}" type="pres">
      <dgm:prSet presAssocID="{9871EDE9-68FD-4B8A-A11C-B1D9887DB97E}" presName="sibTrans" presStyleCnt="0"/>
      <dgm:spPr/>
    </dgm:pt>
    <dgm:pt modelId="{922C1B21-CB8D-4DA4-85C7-1F1E0537F956}" type="pres">
      <dgm:prSet presAssocID="{A116E677-D5D4-4E5C-AB8F-B9C767663C12}" presName="compNode" presStyleCnt="0"/>
      <dgm:spPr/>
    </dgm:pt>
    <dgm:pt modelId="{4F94E156-A3D4-4F22-82CB-1D9CE1537734}" type="pres">
      <dgm:prSet presAssocID="{A116E677-D5D4-4E5C-AB8F-B9C767663C12}"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NA"/>
        </a:ext>
      </dgm:extLst>
    </dgm:pt>
    <dgm:pt modelId="{7C6606BE-3015-4026-8356-D7C1BC695B9A}" type="pres">
      <dgm:prSet presAssocID="{A116E677-D5D4-4E5C-AB8F-B9C767663C12}" presName="iconSpace" presStyleCnt="0"/>
      <dgm:spPr/>
    </dgm:pt>
    <dgm:pt modelId="{989888D8-8BD0-4894-B2EF-A22CBBF3F3AF}" type="pres">
      <dgm:prSet presAssocID="{A116E677-D5D4-4E5C-AB8F-B9C767663C12}" presName="parTx" presStyleLbl="revTx" presStyleIdx="4" presStyleCnt="6">
        <dgm:presLayoutVars>
          <dgm:chMax val="0"/>
          <dgm:chPref val="0"/>
        </dgm:presLayoutVars>
      </dgm:prSet>
      <dgm:spPr/>
    </dgm:pt>
    <dgm:pt modelId="{93EDF03A-EA34-4EB4-977F-90615B0DDC71}" type="pres">
      <dgm:prSet presAssocID="{A116E677-D5D4-4E5C-AB8F-B9C767663C12}" presName="txSpace" presStyleCnt="0"/>
      <dgm:spPr/>
    </dgm:pt>
    <dgm:pt modelId="{4A3803DF-038B-419B-929C-4CE8C602B6A3}" type="pres">
      <dgm:prSet presAssocID="{A116E677-D5D4-4E5C-AB8F-B9C767663C12}" presName="desTx" presStyleLbl="revTx" presStyleIdx="5" presStyleCnt="6">
        <dgm:presLayoutVars/>
      </dgm:prSet>
      <dgm:spPr/>
    </dgm:pt>
  </dgm:ptLst>
  <dgm:cxnLst>
    <dgm:cxn modelId="{BC24BB1B-DBF5-4816-A1BD-0A63259085BF}" srcId="{E8C89C39-7371-47F5-9C6E-81335ECC92FD}" destId="{177CD3C7-2A5D-4FB3-BAF9-8232C93B15A7}" srcOrd="0" destOrd="0" parTransId="{02397AB9-AE16-4914-8569-D86F5F6350B6}" sibTransId="{A961892B-B4DC-4D2E-89DC-8D51ED76BEB0}"/>
    <dgm:cxn modelId="{F8EB1B31-0F7C-4FD8-BF7C-266828C0424A}" srcId="{DBAD5219-37E1-411B-AE23-3A337843C7C3}" destId="{2DCBA204-42C2-4DCA-AB26-389F92BD7210}" srcOrd="0" destOrd="0" parTransId="{0D81D8C7-92DB-4D8A-818E-0816EC7A0DAF}" sibTransId="{626554D6-CF14-4178-B658-1ED56971592E}"/>
    <dgm:cxn modelId="{D9F26841-E5F2-49E5-90E4-72C43C38FB19}" type="presOf" srcId="{2DCBA204-42C2-4DCA-AB26-389F92BD7210}" destId="{725C363E-5368-4F6E-8C82-8DB9C0BFA7FF}" srcOrd="0" destOrd="0" presId="urn:microsoft.com/office/officeart/2018/2/layout/IconLabelDescriptionList"/>
    <dgm:cxn modelId="{72FFB462-824E-4C48-86E5-6329656F7A6B}" type="presOf" srcId="{E8C89C39-7371-47F5-9C6E-81335ECC92FD}" destId="{E61EEEE7-1D89-4E4D-96EB-E400B0E7A0FE}" srcOrd="0" destOrd="0" presId="urn:microsoft.com/office/officeart/2018/2/layout/IconLabelDescriptionList"/>
    <dgm:cxn modelId="{803D1964-C0A2-44B3-9292-4644E676BCFF}" srcId="{FFE06E81-94E5-4768-952C-28FAB45A2B0C}" destId="{A116E677-D5D4-4E5C-AB8F-B9C767663C12}" srcOrd="2" destOrd="0" parTransId="{B8598DFC-E3A5-4696-BBCA-9C34C2D7EDD7}" sibTransId="{AEBEFF74-EC50-44C7-8614-02511BE8C544}"/>
    <dgm:cxn modelId="{400A964D-CA6A-42A2-AC7B-C6562ABE3ED0}" type="presOf" srcId="{DBAD5219-37E1-411B-AE23-3A337843C7C3}" destId="{E012DAED-ECD2-441C-B278-06BC84F4F506}" srcOrd="0" destOrd="0" presId="urn:microsoft.com/office/officeart/2018/2/layout/IconLabelDescriptionList"/>
    <dgm:cxn modelId="{67623A54-6F45-4B7B-9DA8-826B94C1F75C}" type="presOf" srcId="{FFE06E81-94E5-4768-952C-28FAB45A2B0C}" destId="{713050A9-7768-4FB2-9792-4E3B4BF17FFA}" srcOrd="0" destOrd="0" presId="urn:microsoft.com/office/officeart/2018/2/layout/IconLabelDescriptionList"/>
    <dgm:cxn modelId="{ED936174-F0B3-432B-8254-6E53D5202996}" type="presOf" srcId="{FD0F9714-729B-42AB-8A1E-9A81241346C8}" destId="{4A3803DF-038B-419B-929C-4CE8C602B6A3}" srcOrd="0" destOrd="0" presId="urn:microsoft.com/office/officeart/2018/2/layout/IconLabelDescriptionList"/>
    <dgm:cxn modelId="{3360589C-0309-4452-9AF5-90E708D9B758}" srcId="{E8C89C39-7371-47F5-9C6E-81335ECC92FD}" destId="{F1135DFA-1094-484B-B634-3D8A1ED00FC6}" srcOrd="1" destOrd="0" parTransId="{C09C0C63-49E6-46C2-93BF-6AC6FA14B153}" sibTransId="{2D6CB16D-DFB3-4982-B55F-5CEE6D0B67BF}"/>
    <dgm:cxn modelId="{43185BA6-FC37-49DA-AA30-B2CED10163E1}" type="presOf" srcId="{A116E677-D5D4-4E5C-AB8F-B9C767663C12}" destId="{989888D8-8BD0-4894-B2EF-A22CBBF3F3AF}" srcOrd="0" destOrd="0" presId="urn:microsoft.com/office/officeart/2018/2/layout/IconLabelDescriptionList"/>
    <dgm:cxn modelId="{EBC065A7-9553-412D-82C7-749DD2616E4B}" type="presOf" srcId="{177CD3C7-2A5D-4FB3-BAF9-8232C93B15A7}" destId="{797C9881-6BB7-414E-A00A-0B1EED36F457}" srcOrd="0" destOrd="0" presId="urn:microsoft.com/office/officeart/2018/2/layout/IconLabelDescriptionList"/>
    <dgm:cxn modelId="{B41659BB-675D-4E79-8893-8D3B0D4AE950}" srcId="{A116E677-D5D4-4E5C-AB8F-B9C767663C12}" destId="{0EE80658-5609-45F6-84AD-A7A4ADF398F8}" srcOrd="1" destOrd="0" parTransId="{D84D6646-7A50-47C7-A2C3-E606EC57EF2F}" sibTransId="{F806F14A-6171-4924-AD7A-B9439ACDA8C9}"/>
    <dgm:cxn modelId="{096A99BE-BE9C-472A-B735-17A7D0F60D3B}" srcId="{A116E677-D5D4-4E5C-AB8F-B9C767663C12}" destId="{FD0F9714-729B-42AB-8A1E-9A81241346C8}" srcOrd="0" destOrd="0" parTransId="{E4FEF7CB-0F19-45ED-A2FC-C71E916151ED}" sibTransId="{5C6CE823-6A00-4457-88CF-DB57F1C3DA68}"/>
    <dgm:cxn modelId="{A1BA60C5-9462-4C3C-8D48-BAC81AC0412F}" type="presOf" srcId="{0EE80658-5609-45F6-84AD-A7A4ADF398F8}" destId="{4A3803DF-038B-419B-929C-4CE8C602B6A3}" srcOrd="0" destOrd="1" presId="urn:microsoft.com/office/officeart/2018/2/layout/IconLabelDescriptionList"/>
    <dgm:cxn modelId="{582D6FC6-7FED-4E69-A94B-7AC810093988}" srcId="{FFE06E81-94E5-4768-952C-28FAB45A2B0C}" destId="{DBAD5219-37E1-411B-AE23-3A337843C7C3}" srcOrd="0" destOrd="0" parTransId="{7AC775F8-64F5-4D1A-AFCA-D289189F8713}" sibTransId="{233C718C-189C-4998-A638-E66724EA53BE}"/>
    <dgm:cxn modelId="{E7CD79C7-7DBA-4471-8B28-61539E385F9B}" type="presOf" srcId="{F1135DFA-1094-484B-B634-3D8A1ED00FC6}" destId="{797C9881-6BB7-414E-A00A-0B1EED36F457}" srcOrd="0" destOrd="1" presId="urn:microsoft.com/office/officeart/2018/2/layout/IconLabelDescriptionList"/>
    <dgm:cxn modelId="{00461DE0-F198-4366-8E92-9785831E9E99}" srcId="{DBAD5219-37E1-411B-AE23-3A337843C7C3}" destId="{DC906F52-1C3F-4301-B76D-B6DE3A83743B}" srcOrd="1" destOrd="0" parTransId="{2DCDC011-86E3-4A6D-BF06-5B1ED25DA701}" sibTransId="{0F3B9D6A-0A6C-483F-8919-D600EF466F14}"/>
    <dgm:cxn modelId="{39400BE8-E29C-415F-AC1F-D8D58825BD42}" srcId="{FFE06E81-94E5-4768-952C-28FAB45A2B0C}" destId="{E8C89C39-7371-47F5-9C6E-81335ECC92FD}" srcOrd="1" destOrd="0" parTransId="{ACAC4D01-4C57-4A8F-9C12-28BBE373ED56}" sibTransId="{9871EDE9-68FD-4B8A-A11C-B1D9887DB97E}"/>
    <dgm:cxn modelId="{E0C5C1FB-3972-491D-A35A-438327C5486E}" type="presOf" srcId="{DC906F52-1C3F-4301-B76D-B6DE3A83743B}" destId="{725C363E-5368-4F6E-8C82-8DB9C0BFA7FF}" srcOrd="0" destOrd="1" presId="urn:microsoft.com/office/officeart/2018/2/layout/IconLabelDescriptionList"/>
    <dgm:cxn modelId="{E8B9187B-3877-499F-B79A-8189B75A02A2}" type="presParOf" srcId="{713050A9-7768-4FB2-9792-4E3B4BF17FFA}" destId="{D2412BB4-76E9-4CF7-AF26-1F9CD1340938}" srcOrd="0" destOrd="0" presId="urn:microsoft.com/office/officeart/2018/2/layout/IconLabelDescriptionList"/>
    <dgm:cxn modelId="{E328C330-9379-4BE0-8953-09DA961822EB}" type="presParOf" srcId="{D2412BB4-76E9-4CF7-AF26-1F9CD1340938}" destId="{36901CC1-E706-4F1E-A6DE-E4CD3C0AE344}" srcOrd="0" destOrd="0" presId="urn:microsoft.com/office/officeart/2018/2/layout/IconLabelDescriptionList"/>
    <dgm:cxn modelId="{BD9B2814-6CC1-4EC7-A536-A8D395C788A4}" type="presParOf" srcId="{D2412BB4-76E9-4CF7-AF26-1F9CD1340938}" destId="{6BE1CFFC-5AAC-44BC-8B52-8FB8EA3ECBFE}" srcOrd="1" destOrd="0" presId="urn:microsoft.com/office/officeart/2018/2/layout/IconLabelDescriptionList"/>
    <dgm:cxn modelId="{2B9B5770-27B9-4789-B9FA-081173C3E77E}" type="presParOf" srcId="{D2412BB4-76E9-4CF7-AF26-1F9CD1340938}" destId="{E012DAED-ECD2-441C-B278-06BC84F4F506}" srcOrd="2" destOrd="0" presId="urn:microsoft.com/office/officeart/2018/2/layout/IconLabelDescriptionList"/>
    <dgm:cxn modelId="{8DE11574-6766-4865-A281-08CB4FF937F1}" type="presParOf" srcId="{D2412BB4-76E9-4CF7-AF26-1F9CD1340938}" destId="{CB164373-CEC9-4A40-A3A8-B6F40D928A19}" srcOrd="3" destOrd="0" presId="urn:microsoft.com/office/officeart/2018/2/layout/IconLabelDescriptionList"/>
    <dgm:cxn modelId="{FE0F6DAD-F00A-4494-A8E8-E3E717F9A639}" type="presParOf" srcId="{D2412BB4-76E9-4CF7-AF26-1F9CD1340938}" destId="{725C363E-5368-4F6E-8C82-8DB9C0BFA7FF}" srcOrd="4" destOrd="0" presId="urn:microsoft.com/office/officeart/2018/2/layout/IconLabelDescriptionList"/>
    <dgm:cxn modelId="{243FAFDC-BABD-4C1F-A1CD-B739D8E14A97}" type="presParOf" srcId="{713050A9-7768-4FB2-9792-4E3B4BF17FFA}" destId="{FDCD9798-A822-41EC-A1E5-7C1E9C3B514F}" srcOrd="1" destOrd="0" presId="urn:microsoft.com/office/officeart/2018/2/layout/IconLabelDescriptionList"/>
    <dgm:cxn modelId="{C7D1CD5E-A248-4CF0-99FD-B75C4A1AA6F3}" type="presParOf" srcId="{713050A9-7768-4FB2-9792-4E3B4BF17FFA}" destId="{4714ABF2-E407-4799-A893-EE8D76EC7399}" srcOrd="2" destOrd="0" presId="urn:microsoft.com/office/officeart/2018/2/layout/IconLabelDescriptionList"/>
    <dgm:cxn modelId="{CAC20677-2B12-458C-89C0-C4D01A1BCC4D}" type="presParOf" srcId="{4714ABF2-E407-4799-A893-EE8D76EC7399}" destId="{6CBDBEE6-E552-4141-B96A-E7B4C4CCF8F9}" srcOrd="0" destOrd="0" presId="urn:microsoft.com/office/officeart/2018/2/layout/IconLabelDescriptionList"/>
    <dgm:cxn modelId="{8FE96BB7-49FF-4D66-A179-ED11FA59832A}" type="presParOf" srcId="{4714ABF2-E407-4799-A893-EE8D76EC7399}" destId="{FF978D68-3A9B-4133-95A1-AAF2C0CC6C4F}" srcOrd="1" destOrd="0" presId="urn:microsoft.com/office/officeart/2018/2/layout/IconLabelDescriptionList"/>
    <dgm:cxn modelId="{CE982F46-AC84-4710-853C-1157DB4905B2}" type="presParOf" srcId="{4714ABF2-E407-4799-A893-EE8D76EC7399}" destId="{E61EEEE7-1D89-4E4D-96EB-E400B0E7A0FE}" srcOrd="2" destOrd="0" presId="urn:microsoft.com/office/officeart/2018/2/layout/IconLabelDescriptionList"/>
    <dgm:cxn modelId="{DAAF9C68-B869-43AC-B0E8-3D91C1200C64}" type="presParOf" srcId="{4714ABF2-E407-4799-A893-EE8D76EC7399}" destId="{9EDAD806-07B0-4917-B942-76417F78F763}" srcOrd="3" destOrd="0" presId="urn:microsoft.com/office/officeart/2018/2/layout/IconLabelDescriptionList"/>
    <dgm:cxn modelId="{590C7858-9FFA-4A22-80F3-4860BFC958D1}" type="presParOf" srcId="{4714ABF2-E407-4799-A893-EE8D76EC7399}" destId="{797C9881-6BB7-414E-A00A-0B1EED36F457}" srcOrd="4" destOrd="0" presId="urn:microsoft.com/office/officeart/2018/2/layout/IconLabelDescriptionList"/>
    <dgm:cxn modelId="{07DED215-703C-45EE-9CEE-CB9BC9B7D983}" type="presParOf" srcId="{713050A9-7768-4FB2-9792-4E3B4BF17FFA}" destId="{AEB62ED6-B2ED-41C9-A7D6-F7F2E0D31701}" srcOrd="3" destOrd="0" presId="urn:microsoft.com/office/officeart/2018/2/layout/IconLabelDescriptionList"/>
    <dgm:cxn modelId="{0331269E-E3C1-45D5-8805-80750552661E}" type="presParOf" srcId="{713050A9-7768-4FB2-9792-4E3B4BF17FFA}" destId="{922C1B21-CB8D-4DA4-85C7-1F1E0537F956}" srcOrd="4" destOrd="0" presId="urn:microsoft.com/office/officeart/2018/2/layout/IconLabelDescriptionList"/>
    <dgm:cxn modelId="{4459A3B5-6375-4B7D-8572-8DE1670CD7D3}" type="presParOf" srcId="{922C1B21-CB8D-4DA4-85C7-1F1E0537F956}" destId="{4F94E156-A3D4-4F22-82CB-1D9CE1537734}" srcOrd="0" destOrd="0" presId="urn:microsoft.com/office/officeart/2018/2/layout/IconLabelDescriptionList"/>
    <dgm:cxn modelId="{94EB4913-4441-40F5-9A1E-36AAA3DA95DF}" type="presParOf" srcId="{922C1B21-CB8D-4DA4-85C7-1F1E0537F956}" destId="{7C6606BE-3015-4026-8356-D7C1BC695B9A}" srcOrd="1" destOrd="0" presId="urn:microsoft.com/office/officeart/2018/2/layout/IconLabelDescriptionList"/>
    <dgm:cxn modelId="{F0D13765-BD21-43E9-9007-9BE1383F7A8D}" type="presParOf" srcId="{922C1B21-CB8D-4DA4-85C7-1F1E0537F956}" destId="{989888D8-8BD0-4894-B2EF-A22CBBF3F3AF}" srcOrd="2" destOrd="0" presId="urn:microsoft.com/office/officeart/2018/2/layout/IconLabelDescriptionList"/>
    <dgm:cxn modelId="{4BBE656F-F2E7-46EA-AF06-C7840DC2F962}" type="presParOf" srcId="{922C1B21-CB8D-4DA4-85C7-1F1E0537F956}" destId="{93EDF03A-EA34-4EB4-977F-90615B0DDC71}" srcOrd="3" destOrd="0" presId="urn:microsoft.com/office/officeart/2018/2/layout/IconLabelDescriptionList"/>
    <dgm:cxn modelId="{A09610DF-B391-42BF-8A77-BC48FB14D97B}" type="presParOf" srcId="{922C1B21-CB8D-4DA4-85C7-1F1E0537F956}" destId="{4A3803DF-038B-419B-929C-4CE8C602B6A3}"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4A0E7DA-5740-4FB4-8D95-098F59BA283C}" type="doc">
      <dgm:prSet loTypeId="urn:microsoft.com/office/officeart/2018/2/layout/IconLabelDescriptionList" loCatId="icon" qsTypeId="urn:microsoft.com/office/officeart/2005/8/quickstyle/simple1" qsCatId="simple" csTypeId="urn:microsoft.com/office/officeart/2005/8/colors/accent1_2" csCatId="accent1" phldr="1"/>
      <dgm:spPr/>
      <dgm:t>
        <a:bodyPr/>
        <a:lstStyle/>
        <a:p>
          <a:endParaRPr lang="en-US"/>
        </a:p>
      </dgm:t>
    </dgm:pt>
    <dgm:pt modelId="{26A9549B-CA87-45DD-9634-B6F735D69F7B}">
      <dgm:prSet/>
      <dgm:spPr/>
      <dgm:t>
        <a:bodyPr/>
        <a:lstStyle/>
        <a:p>
          <a:pPr>
            <a:lnSpc>
              <a:spcPct val="100000"/>
            </a:lnSpc>
            <a:defRPr b="1"/>
          </a:pPr>
          <a:r>
            <a:rPr lang="en-IN" b="1"/>
            <a:t>Fraud Detection</a:t>
          </a:r>
          <a:endParaRPr lang="en-US"/>
        </a:p>
      </dgm:t>
    </dgm:pt>
    <dgm:pt modelId="{20BB6257-B642-47B1-9EDD-930F0FB44555}" type="parTrans" cxnId="{237D8272-A9A0-4E1C-A42E-7AFDE8836A8E}">
      <dgm:prSet/>
      <dgm:spPr/>
      <dgm:t>
        <a:bodyPr/>
        <a:lstStyle/>
        <a:p>
          <a:endParaRPr lang="en-US"/>
        </a:p>
      </dgm:t>
    </dgm:pt>
    <dgm:pt modelId="{59924EC6-E48C-415F-928A-09112C6C93A0}" type="sibTrans" cxnId="{237D8272-A9A0-4E1C-A42E-7AFDE8836A8E}">
      <dgm:prSet/>
      <dgm:spPr/>
      <dgm:t>
        <a:bodyPr/>
        <a:lstStyle/>
        <a:p>
          <a:endParaRPr lang="en-US"/>
        </a:p>
      </dgm:t>
    </dgm:pt>
    <dgm:pt modelId="{11F0AE01-BA84-47D2-A379-1D22E3BDEDBA}">
      <dgm:prSet/>
      <dgm:spPr/>
      <dgm:t>
        <a:bodyPr/>
        <a:lstStyle/>
        <a:p>
          <a:pPr>
            <a:lnSpc>
              <a:spcPct val="100000"/>
            </a:lnSpc>
          </a:pPr>
          <a:r>
            <a:rPr lang="en-IN"/>
            <a:t>AI monitors transaction patterns</a:t>
          </a:r>
          <a:endParaRPr lang="en-US"/>
        </a:p>
      </dgm:t>
    </dgm:pt>
    <dgm:pt modelId="{9E52AC77-511C-4172-87E0-888F7642F5AB}" type="parTrans" cxnId="{C013AFBE-A6A9-433F-9BBA-24FEA380F346}">
      <dgm:prSet/>
      <dgm:spPr/>
      <dgm:t>
        <a:bodyPr/>
        <a:lstStyle/>
        <a:p>
          <a:endParaRPr lang="en-US"/>
        </a:p>
      </dgm:t>
    </dgm:pt>
    <dgm:pt modelId="{62A4FE86-47C5-452A-9E38-2F48DC47B919}" type="sibTrans" cxnId="{C013AFBE-A6A9-433F-9BBA-24FEA380F346}">
      <dgm:prSet/>
      <dgm:spPr/>
      <dgm:t>
        <a:bodyPr/>
        <a:lstStyle/>
        <a:p>
          <a:endParaRPr lang="en-US"/>
        </a:p>
      </dgm:t>
    </dgm:pt>
    <dgm:pt modelId="{3670F3A0-CD01-4A50-8732-8012B788B0CC}">
      <dgm:prSet/>
      <dgm:spPr/>
      <dgm:t>
        <a:bodyPr/>
        <a:lstStyle/>
        <a:p>
          <a:pPr>
            <a:lnSpc>
              <a:spcPct val="100000"/>
            </a:lnSpc>
          </a:pPr>
          <a:r>
            <a:rPr lang="en-IN"/>
            <a:t>Flags unusual activity</a:t>
          </a:r>
          <a:endParaRPr lang="en-US"/>
        </a:p>
      </dgm:t>
    </dgm:pt>
    <dgm:pt modelId="{0EF25780-C6DD-4440-8206-3C2506DAF30A}" type="parTrans" cxnId="{2C17EDEC-A681-4919-9DB3-9B14921A645A}">
      <dgm:prSet/>
      <dgm:spPr/>
      <dgm:t>
        <a:bodyPr/>
        <a:lstStyle/>
        <a:p>
          <a:endParaRPr lang="en-US"/>
        </a:p>
      </dgm:t>
    </dgm:pt>
    <dgm:pt modelId="{FC76B3E1-BA7E-4202-B8AC-CEB2589D730B}" type="sibTrans" cxnId="{2C17EDEC-A681-4919-9DB3-9B14921A645A}">
      <dgm:prSet/>
      <dgm:spPr/>
      <dgm:t>
        <a:bodyPr/>
        <a:lstStyle/>
        <a:p>
          <a:endParaRPr lang="en-US"/>
        </a:p>
      </dgm:t>
    </dgm:pt>
    <dgm:pt modelId="{1A04AF03-3BDF-4632-9F43-D97E7F6E3911}">
      <dgm:prSet/>
      <dgm:spPr/>
      <dgm:t>
        <a:bodyPr/>
        <a:lstStyle/>
        <a:p>
          <a:pPr>
            <a:lnSpc>
              <a:spcPct val="100000"/>
            </a:lnSpc>
            <a:defRPr b="1"/>
          </a:pPr>
          <a:r>
            <a:rPr lang="en-IN" b="1"/>
            <a:t>Credit Scoring</a:t>
          </a:r>
          <a:endParaRPr lang="en-US"/>
        </a:p>
      </dgm:t>
    </dgm:pt>
    <dgm:pt modelId="{55526B53-72A2-4A1B-8BB1-3F86D144014D}" type="parTrans" cxnId="{0D0AEAE3-2211-47F9-B819-77E67A0E0644}">
      <dgm:prSet/>
      <dgm:spPr/>
      <dgm:t>
        <a:bodyPr/>
        <a:lstStyle/>
        <a:p>
          <a:endParaRPr lang="en-US"/>
        </a:p>
      </dgm:t>
    </dgm:pt>
    <dgm:pt modelId="{B572636E-CCB3-42E9-9696-4429025E2A93}" type="sibTrans" cxnId="{0D0AEAE3-2211-47F9-B819-77E67A0E0644}">
      <dgm:prSet/>
      <dgm:spPr/>
      <dgm:t>
        <a:bodyPr/>
        <a:lstStyle/>
        <a:p>
          <a:endParaRPr lang="en-US"/>
        </a:p>
      </dgm:t>
    </dgm:pt>
    <dgm:pt modelId="{92BD83AC-C544-42E2-B764-9D3AF53CDE02}">
      <dgm:prSet/>
      <dgm:spPr/>
      <dgm:t>
        <a:bodyPr/>
        <a:lstStyle/>
        <a:p>
          <a:pPr>
            <a:lnSpc>
              <a:spcPct val="100000"/>
            </a:lnSpc>
          </a:pPr>
          <a:r>
            <a:rPr lang="en-IN"/>
            <a:t>Assesses creditworthiness using financial history</a:t>
          </a:r>
          <a:endParaRPr lang="en-US"/>
        </a:p>
      </dgm:t>
    </dgm:pt>
    <dgm:pt modelId="{6F2232D2-3F13-4F43-A13E-2CCABF479669}" type="parTrans" cxnId="{5D32F197-95A0-4DD5-96BE-BC012B833BDD}">
      <dgm:prSet/>
      <dgm:spPr/>
      <dgm:t>
        <a:bodyPr/>
        <a:lstStyle/>
        <a:p>
          <a:endParaRPr lang="en-US"/>
        </a:p>
      </dgm:t>
    </dgm:pt>
    <dgm:pt modelId="{7ED9D277-1D52-4F2B-ACF0-546EE32F2AE7}" type="sibTrans" cxnId="{5D32F197-95A0-4DD5-96BE-BC012B833BDD}">
      <dgm:prSet/>
      <dgm:spPr/>
      <dgm:t>
        <a:bodyPr/>
        <a:lstStyle/>
        <a:p>
          <a:endParaRPr lang="en-US"/>
        </a:p>
      </dgm:t>
    </dgm:pt>
    <dgm:pt modelId="{38B977FC-7F31-4A19-AA0E-1219582C64B9}">
      <dgm:prSet/>
      <dgm:spPr/>
      <dgm:t>
        <a:bodyPr/>
        <a:lstStyle/>
        <a:p>
          <a:pPr>
            <a:lnSpc>
              <a:spcPct val="100000"/>
            </a:lnSpc>
          </a:pPr>
          <a:r>
            <a:rPr lang="en-IN"/>
            <a:t>Reduces lending risks</a:t>
          </a:r>
          <a:endParaRPr lang="en-US"/>
        </a:p>
      </dgm:t>
    </dgm:pt>
    <dgm:pt modelId="{CFFD120C-594E-481B-B0A6-C7403F492BDF}" type="parTrans" cxnId="{1FE4C768-59E3-407F-9460-3CA8F565475F}">
      <dgm:prSet/>
      <dgm:spPr/>
      <dgm:t>
        <a:bodyPr/>
        <a:lstStyle/>
        <a:p>
          <a:endParaRPr lang="en-US"/>
        </a:p>
      </dgm:t>
    </dgm:pt>
    <dgm:pt modelId="{7878E253-D744-4852-AB0B-33D001A6F5B5}" type="sibTrans" cxnId="{1FE4C768-59E3-407F-9460-3CA8F565475F}">
      <dgm:prSet/>
      <dgm:spPr/>
      <dgm:t>
        <a:bodyPr/>
        <a:lstStyle/>
        <a:p>
          <a:endParaRPr lang="en-US"/>
        </a:p>
      </dgm:t>
    </dgm:pt>
    <dgm:pt modelId="{338AE8A5-EC7A-42BE-A09B-908880026C94}">
      <dgm:prSet/>
      <dgm:spPr/>
      <dgm:t>
        <a:bodyPr/>
        <a:lstStyle/>
        <a:p>
          <a:pPr>
            <a:lnSpc>
              <a:spcPct val="100000"/>
            </a:lnSpc>
            <a:defRPr b="1"/>
          </a:pPr>
          <a:r>
            <a:rPr lang="en-IN" b="1"/>
            <a:t>Automated Trading</a:t>
          </a:r>
          <a:endParaRPr lang="en-US"/>
        </a:p>
      </dgm:t>
    </dgm:pt>
    <dgm:pt modelId="{0C990B7D-4761-4853-ADDA-FF5FD9B0CE39}" type="parTrans" cxnId="{2F4A084A-3FBC-4132-A6BD-9AF32BC811A8}">
      <dgm:prSet/>
      <dgm:spPr/>
      <dgm:t>
        <a:bodyPr/>
        <a:lstStyle/>
        <a:p>
          <a:endParaRPr lang="en-US"/>
        </a:p>
      </dgm:t>
    </dgm:pt>
    <dgm:pt modelId="{482EEF7A-BBB6-462D-8F4B-0FAA6A228F38}" type="sibTrans" cxnId="{2F4A084A-3FBC-4132-A6BD-9AF32BC811A8}">
      <dgm:prSet/>
      <dgm:spPr/>
      <dgm:t>
        <a:bodyPr/>
        <a:lstStyle/>
        <a:p>
          <a:endParaRPr lang="en-US"/>
        </a:p>
      </dgm:t>
    </dgm:pt>
    <dgm:pt modelId="{39B986D6-AD98-450D-BDA1-D54ECC40418C}">
      <dgm:prSet/>
      <dgm:spPr/>
      <dgm:t>
        <a:bodyPr/>
        <a:lstStyle/>
        <a:p>
          <a:pPr>
            <a:lnSpc>
              <a:spcPct val="100000"/>
            </a:lnSpc>
          </a:pPr>
          <a:r>
            <a:rPr lang="en-IN"/>
            <a:t>AI-driven models analyse market trends</a:t>
          </a:r>
          <a:endParaRPr lang="en-US"/>
        </a:p>
      </dgm:t>
    </dgm:pt>
    <dgm:pt modelId="{FCAD0568-3821-4F05-B0A7-54C8DF91F217}" type="parTrans" cxnId="{DD3F2861-4B86-4FE9-BBC4-1182AB16F57C}">
      <dgm:prSet/>
      <dgm:spPr/>
      <dgm:t>
        <a:bodyPr/>
        <a:lstStyle/>
        <a:p>
          <a:endParaRPr lang="en-US"/>
        </a:p>
      </dgm:t>
    </dgm:pt>
    <dgm:pt modelId="{2229C2BC-EDED-4FA6-B293-15E13F1FAC11}" type="sibTrans" cxnId="{DD3F2861-4B86-4FE9-BBC4-1182AB16F57C}">
      <dgm:prSet/>
      <dgm:spPr/>
      <dgm:t>
        <a:bodyPr/>
        <a:lstStyle/>
        <a:p>
          <a:endParaRPr lang="en-US"/>
        </a:p>
      </dgm:t>
    </dgm:pt>
    <dgm:pt modelId="{02271129-46FB-4BE9-95D7-D6DB35E6522E}">
      <dgm:prSet/>
      <dgm:spPr/>
      <dgm:t>
        <a:bodyPr/>
        <a:lstStyle/>
        <a:p>
          <a:pPr>
            <a:lnSpc>
              <a:spcPct val="100000"/>
            </a:lnSpc>
          </a:pPr>
          <a:r>
            <a:rPr lang="en-IN"/>
            <a:t>Executes trades with minimal human intervention</a:t>
          </a:r>
          <a:endParaRPr lang="en-US"/>
        </a:p>
      </dgm:t>
    </dgm:pt>
    <dgm:pt modelId="{82DD9DD6-D6FC-4BEF-AD57-39B1F86A5EA6}" type="parTrans" cxnId="{0A21BCDD-F538-4480-9A5E-A3F39659918B}">
      <dgm:prSet/>
      <dgm:spPr/>
      <dgm:t>
        <a:bodyPr/>
        <a:lstStyle/>
        <a:p>
          <a:endParaRPr lang="en-US"/>
        </a:p>
      </dgm:t>
    </dgm:pt>
    <dgm:pt modelId="{5A552E02-85F9-497D-8125-2693D523BD67}" type="sibTrans" cxnId="{0A21BCDD-F538-4480-9A5E-A3F39659918B}">
      <dgm:prSet/>
      <dgm:spPr/>
      <dgm:t>
        <a:bodyPr/>
        <a:lstStyle/>
        <a:p>
          <a:endParaRPr lang="en-US"/>
        </a:p>
      </dgm:t>
    </dgm:pt>
    <dgm:pt modelId="{0E480950-2D7F-4DE7-9700-BEB3BD175B43}" type="pres">
      <dgm:prSet presAssocID="{B4A0E7DA-5740-4FB4-8D95-098F59BA283C}" presName="root" presStyleCnt="0">
        <dgm:presLayoutVars>
          <dgm:dir/>
          <dgm:resizeHandles val="exact"/>
        </dgm:presLayoutVars>
      </dgm:prSet>
      <dgm:spPr/>
    </dgm:pt>
    <dgm:pt modelId="{BED62F8E-5EDA-45D4-AD0D-088E7EBDB2F9}" type="pres">
      <dgm:prSet presAssocID="{26A9549B-CA87-45DD-9634-B6F735D69F7B}" presName="compNode" presStyleCnt="0"/>
      <dgm:spPr/>
    </dgm:pt>
    <dgm:pt modelId="{4C2EA114-C6AF-49EC-81C0-3E484B1DB71C}" type="pres">
      <dgm:prSet presAssocID="{26A9549B-CA87-45DD-9634-B6F735D69F7B}"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Flag"/>
        </a:ext>
      </dgm:extLst>
    </dgm:pt>
    <dgm:pt modelId="{018C02C8-7243-41A3-BAC9-CA29249F13BF}" type="pres">
      <dgm:prSet presAssocID="{26A9549B-CA87-45DD-9634-B6F735D69F7B}" presName="iconSpace" presStyleCnt="0"/>
      <dgm:spPr/>
    </dgm:pt>
    <dgm:pt modelId="{796F9639-6421-49BE-A1FD-CA468A506780}" type="pres">
      <dgm:prSet presAssocID="{26A9549B-CA87-45DD-9634-B6F735D69F7B}" presName="parTx" presStyleLbl="revTx" presStyleIdx="0" presStyleCnt="6">
        <dgm:presLayoutVars>
          <dgm:chMax val="0"/>
          <dgm:chPref val="0"/>
        </dgm:presLayoutVars>
      </dgm:prSet>
      <dgm:spPr/>
    </dgm:pt>
    <dgm:pt modelId="{755ED00A-3592-4347-BD9A-730DB615B9B2}" type="pres">
      <dgm:prSet presAssocID="{26A9549B-CA87-45DD-9634-B6F735D69F7B}" presName="txSpace" presStyleCnt="0"/>
      <dgm:spPr/>
    </dgm:pt>
    <dgm:pt modelId="{F5BAB024-4607-45D3-AEB6-717061209E60}" type="pres">
      <dgm:prSet presAssocID="{26A9549B-CA87-45DD-9634-B6F735D69F7B}" presName="desTx" presStyleLbl="revTx" presStyleIdx="1" presStyleCnt="6">
        <dgm:presLayoutVars/>
      </dgm:prSet>
      <dgm:spPr/>
    </dgm:pt>
    <dgm:pt modelId="{336824BF-B2A6-444D-8745-E06B698A2285}" type="pres">
      <dgm:prSet presAssocID="{59924EC6-E48C-415F-928A-09112C6C93A0}" presName="sibTrans" presStyleCnt="0"/>
      <dgm:spPr/>
    </dgm:pt>
    <dgm:pt modelId="{6F5B3AF1-9162-4FA0-9695-B3B2D36AFB1E}" type="pres">
      <dgm:prSet presAssocID="{1A04AF03-3BDF-4632-9F43-D97E7F6E3911}" presName="compNode" presStyleCnt="0"/>
      <dgm:spPr/>
    </dgm:pt>
    <dgm:pt modelId="{A25B0160-A736-4C4B-B1BC-8203F3931169}" type="pres">
      <dgm:prSet presAssocID="{1A04AF03-3BDF-4632-9F43-D97E7F6E3911}"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Money"/>
        </a:ext>
      </dgm:extLst>
    </dgm:pt>
    <dgm:pt modelId="{E94153DC-878C-4E32-BB7E-2BF8C8CDA393}" type="pres">
      <dgm:prSet presAssocID="{1A04AF03-3BDF-4632-9F43-D97E7F6E3911}" presName="iconSpace" presStyleCnt="0"/>
      <dgm:spPr/>
    </dgm:pt>
    <dgm:pt modelId="{36C5A7BD-46AC-46CC-857F-C780EDAA1D89}" type="pres">
      <dgm:prSet presAssocID="{1A04AF03-3BDF-4632-9F43-D97E7F6E3911}" presName="parTx" presStyleLbl="revTx" presStyleIdx="2" presStyleCnt="6">
        <dgm:presLayoutVars>
          <dgm:chMax val="0"/>
          <dgm:chPref val="0"/>
        </dgm:presLayoutVars>
      </dgm:prSet>
      <dgm:spPr/>
    </dgm:pt>
    <dgm:pt modelId="{764AAED3-8501-4FF2-8D65-9EC55C345F4C}" type="pres">
      <dgm:prSet presAssocID="{1A04AF03-3BDF-4632-9F43-D97E7F6E3911}" presName="txSpace" presStyleCnt="0"/>
      <dgm:spPr/>
    </dgm:pt>
    <dgm:pt modelId="{CC915C33-05C1-4B8F-832D-34DA8192525B}" type="pres">
      <dgm:prSet presAssocID="{1A04AF03-3BDF-4632-9F43-D97E7F6E3911}" presName="desTx" presStyleLbl="revTx" presStyleIdx="3" presStyleCnt="6">
        <dgm:presLayoutVars/>
      </dgm:prSet>
      <dgm:spPr/>
    </dgm:pt>
    <dgm:pt modelId="{D93CDD0B-C93D-4FD0-BDF6-5826917C6F39}" type="pres">
      <dgm:prSet presAssocID="{B572636E-CCB3-42E9-9696-4429025E2A93}" presName="sibTrans" presStyleCnt="0"/>
      <dgm:spPr/>
    </dgm:pt>
    <dgm:pt modelId="{869DAF23-9222-4A6C-B543-055E3A7BF6DC}" type="pres">
      <dgm:prSet presAssocID="{338AE8A5-EC7A-42BE-A09B-908880026C94}" presName="compNode" presStyleCnt="0"/>
      <dgm:spPr/>
    </dgm:pt>
    <dgm:pt modelId="{22C19CBD-1A9A-49C6-849F-0317C522E67A}" type="pres">
      <dgm:prSet presAssocID="{338AE8A5-EC7A-42BE-A09B-908880026C94}"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Head with Gears"/>
        </a:ext>
      </dgm:extLst>
    </dgm:pt>
    <dgm:pt modelId="{E12D6F51-1CA9-4D32-BE5D-24D46F719A48}" type="pres">
      <dgm:prSet presAssocID="{338AE8A5-EC7A-42BE-A09B-908880026C94}" presName="iconSpace" presStyleCnt="0"/>
      <dgm:spPr/>
    </dgm:pt>
    <dgm:pt modelId="{5B0C768A-0D18-4F0A-A256-E4A7C6C77495}" type="pres">
      <dgm:prSet presAssocID="{338AE8A5-EC7A-42BE-A09B-908880026C94}" presName="parTx" presStyleLbl="revTx" presStyleIdx="4" presStyleCnt="6">
        <dgm:presLayoutVars>
          <dgm:chMax val="0"/>
          <dgm:chPref val="0"/>
        </dgm:presLayoutVars>
      </dgm:prSet>
      <dgm:spPr/>
    </dgm:pt>
    <dgm:pt modelId="{C0C0B551-E617-414C-B760-24EFC1CAEB37}" type="pres">
      <dgm:prSet presAssocID="{338AE8A5-EC7A-42BE-A09B-908880026C94}" presName="txSpace" presStyleCnt="0"/>
      <dgm:spPr/>
    </dgm:pt>
    <dgm:pt modelId="{FC03A937-B7F7-44FD-9882-8AC5CBA97026}" type="pres">
      <dgm:prSet presAssocID="{338AE8A5-EC7A-42BE-A09B-908880026C94}" presName="desTx" presStyleLbl="revTx" presStyleIdx="5" presStyleCnt="6">
        <dgm:presLayoutVars/>
      </dgm:prSet>
      <dgm:spPr/>
    </dgm:pt>
  </dgm:ptLst>
  <dgm:cxnLst>
    <dgm:cxn modelId="{2130B200-333E-430F-9FFE-8653E08B4F6B}" type="presOf" srcId="{3670F3A0-CD01-4A50-8732-8012B788B0CC}" destId="{F5BAB024-4607-45D3-AEB6-717061209E60}" srcOrd="0" destOrd="1" presId="urn:microsoft.com/office/officeart/2018/2/layout/IconLabelDescriptionList"/>
    <dgm:cxn modelId="{23DBCE17-21B8-491B-B428-7DBEEE989F3C}" type="presOf" srcId="{38B977FC-7F31-4A19-AA0E-1219582C64B9}" destId="{CC915C33-05C1-4B8F-832D-34DA8192525B}" srcOrd="0" destOrd="1" presId="urn:microsoft.com/office/officeart/2018/2/layout/IconLabelDescriptionList"/>
    <dgm:cxn modelId="{AD0DDB2B-0E03-4465-B390-3EBD8610705F}" type="presOf" srcId="{338AE8A5-EC7A-42BE-A09B-908880026C94}" destId="{5B0C768A-0D18-4F0A-A256-E4A7C6C77495}" srcOrd="0" destOrd="0" presId="urn:microsoft.com/office/officeart/2018/2/layout/IconLabelDescriptionList"/>
    <dgm:cxn modelId="{4EF80D35-6543-4F5E-ABE2-0F601107F675}" type="presOf" srcId="{92BD83AC-C544-42E2-B764-9D3AF53CDE02}" destId="{CC915C33-05C1-4B8F-832D-34DA8192525B}" srcOrd="0" destOrd="0" presId="urn:microsoft.com/office/officeart/2018/2/layout/IconLabelDescriptionList"/>
    <dgm:cxn modelId="{DD3F2861-4B86-4FE9-BBC4-1182AB16F57C}" srcId="{338AE8A5-EC7A-42BE-A09B-908880026C94}" destId="{39B986D6-AD98-450D-BDA1-D54ECC40418C}" srcOrd="0" destOrd="0" parTransId="{FCAD0568-3821-4F05-B0A7-54C8DF91F217}" sibTransId="{2229C2BC-EDED-4FA6-B293-15E13F1FAC11}"/>
    <dgm:cxn modelId="{1FE4C768-59E3-407F-9460-3CA8F565475F}" srcId="{1A04AF03-3BDF-4632-9F43-D97E7F6E3911}" destId="{38B977FC-7F31-4A19-AA0E-1219582C64B9}" srcOrd="1" destOrd="0" parTransId="{CFFD120C-594E-481B-B0A6-C7403F492BDF}" sibTransId="{7878E253-D744-4852-AB0B-33D001A6F5B5}"/>
    <dgm:cxn modelId="{2F4A084A-3FBC-4132-A6BD-9AF32BC811A8}" srcId="{B4A0E7DA-5740-4FB4-8D95-098F59BA283C}" destId="{338AE8A5-EC7A-42BE-A09B-908880026C94}" srcOrd="2" destOrd="0" parTransId="{0C990B7D-4761-4853-ADDA-FF5FD9B0CE39}" sibTransId="{482EEF7A-BBB6-462D-8F4B-0FAA6A228F38}"/>
    <dgm:cxn modelId="{1EB8314B-7DB0-40BA-966D-308D805DE993}" type="presOf" srcId="{02271129-46FB-4BE9-95D7-D6DB35E6522E}" destId="{FC03A937-B7F7-44FD-9882-8AC5CBA97026}" srcOrd="0" destOrd="1" presId="urn:microsoft.com/office/officeart/2018/2/layout/IconLabelDescriptionList"/>
    <dgm:cxn modelId="{AD979B50-C3E5-43FA-AE6D-543C75D435B1}" type="presOf" srcId="{B4A0E7DA-5740-4FB4-8D95-098F59BA283C}" destId="{0E480950-2D7F-4DE7-9700-BEB3BD175B43}" srcOrd="0" destOrd="0" presId="urn:microsoft.com/office/officeart/2018/2/layout/IconLabelDescriptionList"/>
    <dgm:cxn modelId="{237D8272-A9A0-4E1C-A42E-7AFDE8836A8E}" srcId="{B4A0E7DA-5740-4FB4-8D95-098F59BA283C}" destId="{26A9549B-CA87-45DD-9634-B6F735D69F7B}" srcOrd="0" destOrd="0" parTransId="{20BB6257-B642-47B1-9EDD-930F0FB44555}" sibTransId="{59924EC6-E48C-415F-928A-09112C6C93A0}"/>
    <dgm:cxn modelId="{341AC47B-B2D5-4926-8331-A30DA5A45F02}" type="presOf" srcId="{1A04AF03-3BDF-4632-9F43-D97E7F6E3911}" destId="{36C5A7BD-46AC-46CC-857F-C780EDAA1D89}" srcOrd="0" destOrd="0" presId="urn:microsoft.com/office/officeart/2018/2/layout/IconLabelDescriptionList"/>
    <dgm:cxn modelId="{B0F4B68D-29FD-4CA8-A461-BBC8E02DBC77}" type="presOf" srcId="{26A9549B-CA87-45DD-9634-B6F735D69F7B}" destId="{796F9639-6421-49BE-A1FD-CA468A506780}" srcOrd="0" destOrd="0" presId="urn:microsoft.com/office/officeart/2018/2/layout/IconLabelDescriptionList"/>
    <dgm:cxn modelId="{5D32F197-95A0-4DD5-96BE-BC012B833BDD}" srcId="{1A04AF03-3BDF-4632-9F43-D97E7F6E3911}" destId="{92BD83AC-C544-42E2-B764-9D3AF53CDE02}" srcOrd="0" destOrd="0" parTransId="{6F2232D2-3F13-4F43-A13E-2CCABF479669}" sibTransId="{7ED9D277-1D52-4F2B-ACF0-546EE32F2AE7}"/>
    <dgm:cxn modelId="{4B7263B9-C204-4EF2-8775-AC1668842641}" type="presOf" srcId="{11F0AE01-BA84-47D2-A379-1D22E3BDEDBA}" destId="{F5BAB024-4607-45D3-AEB6-717061209E60}" srcOrd="0" destOrd="0" presId="urn:microsoft.com/office/officeart/2018/2/layout/IconLabelDescriptionList"/>
    <dgm:cxn modelId="{C013AFBE-A6A9-433F-9BBA-24FEA380F346}" srcId="{26A9549B-CA87-45DD-9634-B6F735D69F7B}" destId="{11F0AE01-BA84-47D2-A379-1D22E3BDEDBA}" srcOrd="0" destOrd="0" parTransId="{9E52AC77-511C-4172-87E0-888F7642F5AB}" sibTransId="{62A4FE86-47C5-452A-9E38-2F48DC47B919}"/>
    <dgm:cxn modelId="{663AD7CE-332B-408F-94D0-54CEFBDD92FD}" type="presOf" srcId="{39B986D6-AD98-450D-BDA1-D54ECC40418C}" destId="{FC03A937-B7F7-44FD-9882-8AC5CBA97026}" srcOrd="0" destOrd="0" presId="urn:microsoft.com/office/officeart/2018/2/layout/IconLabelDescriptionList"/>
    <dgm:cxn modelId="{0A21BCDD-F538-4480-9A5E-A3F39659918B}" srcId="{338AE8A5-EC7A-42BE-A09B-908880026C94}" destId="{02271129-46FB-4BE9-95D7-D6DB35E6522E}" srcOrd="1" destOrd="0" parTransId="{82DD9DD6-D6FC-4BEF-AD57-39B1F86A5EA6}" sibTransId="{5A552E02-85F9-497D-8125-2693D523BD67}"/>
    <dgm:cxn modelId="{0D0AEAE3-2211-47F9-B819-77E67A0E0644}" srcId="{B4A0E7DA-5740-4FB4-8D95-098F59BA283C}" destId="{1A04AF03-3BDF-4632-9F43-D97E7F6E3911}" srcOrd="1" destOrd="0" parTransId="{55526B53-72A2-4A1B-8BB1-3F86D144014D}" sibTransId="{B572636E-CCB3-42E9-9696-4429025E2A93}"/>
    <dgm:cxn modelId="{2C17EDEC-A681-4919-9DB3-9B14921A645A}" srcId="{26A9549B-CA87-45DD-9634-B6F735D69F7B}" destId="{3670F3A0-CD01-4A50-8732-8012B788B0CC}" srcOrd="1" destOrd="0" parTransId="{0EF25780-C6DD-4440-8206-3C2506DAF30A}" sibTransId="{FC76B3E1-BA7E-4202-B8AC-CEB2589D730B}"/>
    <dgm:cxn modelId="{69E8E700-14A1-4600-8D24-7FF69CB5741B}" type="presParOf" srcId="{0E480950-2D7F-4DE7-9700-BEB3BD175B43}" destId="{BED62F8E-5EDA-45D4-AD0D-088E7EBDB2F9}" srcOrd="0" destOrd="0" presId="urn:microsoft.com/office/officeart/2018/2/layout/IconLabelDescriptionList"/>
    <dgm:cxn modelId="{AB6C7E11-C634-486B-B8A7-DE2EC633EBBD}" type="presParOf" srcId="{BED62F8E-5EDA-45D4-AD0D-088E7EBDB2F9}" destId="{4C2EA114-C6AF-49EC-81C0-3E484B1DB71C}" srcOrd="0" destOrd="0" presId="urn:microsoft.com/office/officeart/2018/2/layout/IconLabelDescriptionList"/>
    <dgm:cxn modelId="{B9985440-8039-472E-85DD-EF825A5FB4EE}" type="presParOf" srcId="{BED62F8E-5EDA-45D4-AD0D-088E7EBDB2F9}" destId="{018C02C8-7243-41A3-BAC9-CA29249F13BF}" srcOrd="1" destOrd="0" presId="urn:microsoft.com/office/officeart/2018/2/layout/IconLabelDescriptionList"/>
    <dgm:cxn modelId="{9CF4A5EC-AC97-4FF4-8831-93E927413681}" type="presParOf" srcId="{BED62F8E-5EDA-45D4-AD0D-088E7EBDB2F9}" destId="{796F9639-6421-49BE-A1FD-CA468A506780}" srcOrd="2" destOrd="0" presId="urn:microsoft.com/office/officeart/2018/2/layout/IconLabelDescriptionList"/>
    <dgm:cxn modelId="{A2412C1A-775C-4393-8749-515776D5DCA4}" type="presParOf" srcId="{BED62F8E-5EDA-45D4-AD0D-088E7EBDB2F9}" destId="{755ED00A-3592-4347-BD9A-730DB615B9B2}" srcOrd="3" destOrd="0" presId="urn:microsoft.com/office/officeart/2018/2/layout/IconLabelDescriptionList"/>
    <dgm:cxn modelId="{E2A96C30-328C-4056-A899-CB90CF92D15E}" type="presParOf" srcId="{BED62F8E-5EDA-45D4-AD0D-088E7EBDB2F9}" destId="{F5BAB024-4607-45D3-AEB6-717061209E60}" srcOrd="4" destOrd="0" presId="urn:microsoft.com/office/officeart/2018/2/layout/IconLabelDescriptionList"/>
    <dgm:cxn modelId="{B4C5C091-5B43-489B-BFCE-7C8C2B3DEECD}" type="presParOf" srcId="{0E480950-2D7F-4DE7-9700-BEB3BD175B43}" destId="{336824BF-B2A6-444D-8745-E06B698A2285}" srcOrd="1" destOrd="0" presId="urn:microsoft.com/office/officeart/2018/2/layout/IconLabelDescriptionList"/>
    <dgm:cxn modelId="{0C2C021E-3EDA-4E92-B233-5E025C6BFB58}" type="presParOf" srcId="{0E480950-2D7F-4DE7-9700-BEB3BD175B43}" destId="{6F5B3AF1-9162-4FA0-9695-B3B2D36AFB1E}" srcOrd="2" destOrd="0" presId="urn:microsoft.com/office/officeart/2018/2/layout/IconLabelDescriptionList"/>
    <dgm:cxn modelId="{939BF7EA-35D9-4F18-B018-D8B080674443}" type="presParOf" srcId="{6F5B3AF1-9162-4FA0-9695-B3B2D36AFB1E}" destId="{A25B0160-A736-4C4B-B1BC-8203F3931169}" srcOrd="0" destOrd="0" presId="urn:microsoft.com/office/officeart/2018/2/layout/IconLabelDescriptionList"/>
    <dgm:cxn modelId="{04493F9E-F4B0-483F-AD6E-BEFE16449885}" type="presParOf" srcId="{6F5B3AF1-9162-4FA0-9695-B3B2D36AFB1E}" destId="{E94153DC-878C-4E32-BB7E-2BF8C8CDA393}" srcOrd="1" destOrd="0" presId="urn:microsoft.com/office/officeart/2018/2/layout/IconLabelDescriptionList"/>
    <dgm:cxn modelId="{2558BA50-D661-4E51-BCE9-D79EB3AC4788}" type="presParOf" srcId="{6F5B3AF1-9162-4FA0-9695-B3B2D36AFB1E}" destId="{36C5A7BD-46AC-46CC-857F-C780EDAA1D89}" srcOrd="2" destOrd="0" presId="urn:microsoft.com/office/officeart/2018/2/layout/IconLabelDescriptionList"/>
    <dgm:cxn modelId="{BECE4A6E-1586-486B-9224-6289CEEAC26C}" type="presParOf" srcId="{6F5B3AF1-9162-4FA0-9695-B3B2D36AFB1E}" destId="{764AAED3-8501-4FF2-8D65-9EC55C345F4C}" srcOrd="3" destOrd="0" presId="urn:microsoft.com/office/officeart/2018/2/layout/IconLabelDescriptionList"/>
    <dgm:cxn modelId="{A1CC443F-871E-4E5B-BB09-FC3CA174EC62}" type="presParOf" srcId="{6F5B3AF1-9162-4FA0-9695-B3B2D36AFB1E}" destId="{CC915C33-05C1-4B8F-832D-34DA8192525B}" srcOrd="4" destOrd="0" presId="urn:microsoft.com/office/officeart/2018/2/layout/IconLabelDescriptionList"/>
    <dgm:cxn modelId="{9CE24D2A-F4B6-4E27-A544-46000DF92081}" type="presParOf" srcId="{0E480950-2D7F-4DE7-9700-BEB3BD175B43}" destId="{D93CDD0B-C93D-4FD0-BDF6-5826917C6F39}" srcOrd="3" destOrd="0" presId="urn:microsoft.com/office/officeart/2018/2/layout/IconLabelDescriptionList"/>
    <dgm:cxn modelId="{745998DF-723B-43CC-B395-D9F1CA7C948A}" type="presParOf" srcId="{0E480950-2D7F-4DE7-9700-BEB3BD175B43}" destId="{869DAF23-9222-4A6C-B543-055E3A7BF6DC}" srcOrd="4" destOrd="0" presId="urn:microsoft.com/office/officeart/2018/2/layout/IconLabelDescriptionList"/>
    <dgm:cxn modelId="{80C7FACF-E7F6-458A-8D7D-D729DF1140CE}" type="presParOf" srcId="{869DAF23-9222-4A6C-B543-055E3A7BF6DC}" destId="{22C19CBD-1A9A-49C6-849F-0317C522E67A}" srcOrd="0" destOrd="0" presId="urn:microsoft.com/office/officeart/2018/2/layout/IconLabelDescriptionList"/>
    <dgm:cxn modelId="{095EAC70-CE51-49EF-9892-7CF5B4400D87}" type="presParOf" srcId="{869DAF23-9222-4A6C-B543-055E3A7BF6DC}" destId="{E12D6F51-1CA9-4D32-BE5D-24D46F719A48}" srcOrd="1" destOrd="0" presId="urn:microsoft.com/office/officeart/2018/2/layout/IconLabelDescriptionList"/>
    <dgm:cxn modelId="{B1003BC7-7924-4855-9F17-F7DE44589B43}" type="presParOf" srcId="{869DAF23-9222-4A6C-B543-055E3A7BF6DC}" destId="{5B0C768A-0D18-4F0A-A256-E4A7C6C77495}" srcOrd="2" destOrd="0" presId="urn:microsoft.com/office/officeart/2018/2/layout/IconLabelDescriptionList"/>
    <dgm:cxn modelId="{708B2156-7870-4740-B7B1-F32836E051E5}" type="presParOf" srcId="{869DAF23-9222-4A6C-B543-055E3A7BF6DC}" destId="{C0C0B551-E617-414C-B760-24EFC1CAEB37}" srcOrd="3" destOrd="0" presId="urn:microsoft.com/office/officeart/2018/2/layout/IconLabelDescriptionList"/>
    <dgm:cxn modelId="{EB6FF506-FB20-4D69-9F50-24BA4292A0A9}" type="presParOf" srcId="{869DAF23-9222-4A6C-B543-055E3A7BF6DC}" destId="{FC03A937-B7F7-44FD-9882-8AC5CBA97026}"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084F461-2828-4404-BF9F-A4B233989467}" type="doc">
      <dgm:prSet loTypeId="urn:microsoft.com/office/officeart/2018/2/layout/IconLabelDescriptionList" loCatId="icon" qsTypeId="urn:microsoft.com/office/officeart/2005/8/quickstyle/simple1" qsCatId="simple" csTypeId="urn:microsoft.com/office/officeart/2005/8/colors/accent1_2" csCatId="accent1" phldr="1"/>
      <dgm:spPr/>
      <dgm:t>
        <a:bodyPr/>
        <a:lstStyle/>
        <a:p>
          <a:endParaRPr lang="en-US"/>
        </a:p>
      </dgm:t>
    </dgm:pt>
    <dgm:pt modelId="{4DE9B497-3D58-46DB-B696-894E229A123B}">
      <dgm:prSet/>
      <dgm:spPr/>
      <dgm:t>
        <a:bodyPr/>
        <a:lstStyle/>
        <a:p>
          <a:pPr>
            <a:lnSpc>
              <a:spcPct val="100000"/>
            </a:lnSpc>
            <a:defRPr b="1"/>
          </a:pPr>
          <a:r>
            <a:rPr lang="en-US" b="1"/>
            <a:t>Predictive Maintenance</a:t>
          </a:r>
          <a:endParaRPr lang="en-US"/>
        </a:p>
      </dgm:t>
    </dgm:pt>
    <dgm:pt modelId="{B3C8985E-EF44-423A-B092-16D466A405E9}" type="parTrans" cxnId="{B4B62198-D2CC-4034-8BDB-440F29710130}">
      <dgm:prSet/>
      <dgm:spPr/>
      <dgm:t>
        <a:bodyPr/>
        <a:lstStyle/>
        <a:p>
          <a:endParaRPr lang="en-US"/>
        </a:p>
      </dgm:t>
    </dgm:pt>
    <dgm:pt modelId="{5C3287D1-75D6-458A-AA7D-070C5F54BD9F}" type="sibTrans" cxnId="{B4B62198-D2CC-4034-8BDB-440F29710130}">
      <dgm:prSet/>
      <dgm:spPr/>
      <dgm:t>
        <a:bodyPr/>
        <a:lstStyle/>
        <a:p>
          <a:endParaRPr lang="en-US"/>
        </a:p>
      </dgm:t>
    </dgm:pt>
    <dgm:pt modelId="{019009A3-0CFD-41B7-B443-F4BE595510A3}">
      <dgm:prSet/>
      <dgm:spPr/>
      <dgm:t>
        <a:bodyPr/>
        <a:lstStyle/>
        <a:p>
          <a:pPr>
            <a:lnSpc>
              <a:spcPct val="100000"/>
            </a:lnSpc>
          </a:pPr>
          <a:r>
            <a:rPr lang="en-US"/>
            <a:t>IoT sensors detect machine failures early</a:t>
          </a:r>
        </a:p>
      </dgm:t>
    </dgm:pt>
    <dgm:pt modelId="{DE1255C9-7FDC-4841-B1E3-5FE94F35F05C}" type="parTrans" cxnId="{EE11A45E-BC09-41FC-92D2-E28D7ED7A07D}">
      <dgm:prSet/>
      <dgm:spPr/>
      <dgm:t>
        <a:bodyPr/>
        <a:lstStyle/>
        <a:p>
          <a:endParaRPr lang="en-US"/>
        </a:p>
      </dgm:t>
    </dgm:pt>
    <dgm:pt modelId="{31F277EF-25C5-4B6D-BDD0-21194DF31FAD}" type="sibTrans" cxnId="{EE11A45E-BC09-41FC-92D2-E28D7ED7A07D}">
      <dgm:prSet/>
      <dgm:spPr/>
      <dgm:t>
        <a:bodyPr/>
        <a:lstStyle/>
        <a:p>
          <a:endParaRPr lang="en-US"/>
        </a:p>
      </dgm:t>
    </dgm:pt>
    <dgm:pt modelId="{5C34219E-1C5C-4ED8-9EE3-1EC16405C97E}">
      <dgm:prSet/>
      <dgm:spPr/>
      <dgm:t>
        <a:bodyPr/>
        <a:lstStyle/>
        <a:p>
          <a:pPr>
            <a:lnSpc>
              <a:spcPct val="100000"/>
            </a:lnSpc>
          </a:pPr>
          <a:r>
            <a:rPr lang="en-US"/>
            <a:t>Reduces downtime &amp; repair costs</a:t>
          </a:r>
        </a:p>
      </dgm:t>
    </dgm:pt>
    <dgm:pt modelId="{D6EBBB3D-932F-498C-8D9B-81B00F5C5FBB}" type="parTrans" cxnId="{D0153D3B-E3D2-4280-92E9-956E7B534ADE}">
      <dgm:prSet/>
      <dgm:spPr/>
      <dgm:t>
        <a:bodyPr/>
        <a:lstStyle/>
        <a:p>
          <a:endParaRPr lang="en-US"/>
        </a:p>
      </dgm:t>
    </dgm:pt>
    <dgm:pt modelId="{476D1F6E-38F2-4924-98C6-A9BC0CB5527E}" type="sibTrans" cxnId="{D0153D3B-E3D2-4280-92E9-956E7B534ADE}">
      <dgm:prSet/>
      <dgm:spPr/>
      <dgm:t>
        <a:bodyPr/>
        <a:lstStyle/>
        <a:p>
          <a:endParaRPr lang="en-US"/>
        </a:p>
      </dgm:t>
    </dgm:pt>
    <dgm:pt modelId="{80D2D885-214E-4B32-A484-0A7DDD2DB788}">
      <dgm:prSet/>
      <dgm:spPr/>
      <dgm:t>
        <a:bodyPr/>
        <a:lstStyle/>
        <a:p>
          <a:pPr>
            <a:lnSpc>
              <a:spcPct val="100000"/>
            </a:lnSpc>
            <a:defRPr b="1"/>
          </a:pPr>
          <a:r>
            <a:rPr lang="en-US" b="1"/>
            <a:t>Supply Chain Optimization</a:t>
          </a:r>
          <a:endParaRPr lang="en-US"/>
        </a:p>
      </dgm:t>
    </dgm:pt>
    <dgm:pt modelId="{2E9F23D6-D829-470A-A900-EB9CEBCF99A1}" type="parTrans" cxnId="{197DE5A2-8520-4E07-BFDB-3AC2EB63A5B8}">
      <dgm:prSet/>
      <dgm:spPr/>
      <dgm:t>
        <a:bodyPr/>
        <a:lstStyle/>
        <a:p>
          <a:endParaRPr lang="en-US"/>
        </a:p>
      </dgm:t>
    </dgm:pt>
    <dgm:pt modelId="{3A05FA25-6653-4ECC-9381-EA36F2F997FD}" type="sibTrans" cxnId="{197DE5A2-8520-4E07-BFDB-3AC2EB63A5B8}">
      <dgm:prSet/>
      <dgm:spPr/>
      <dgm:t>
        <a:bodyPr/>
        <a:lstStyle/>
        <a:p>
          <a:endParaRPr lang="en-US"/>
        </a:p>
      </dgm:t>
    </dgm:pt>
    <dgm:pt modelId="{9DACBF68-E349-4945-B684-9CB46EF6CA9B}">
      <dgm:prSet/>
      <dgm:spPr/>
      <dgm:t>
        <a:bodyPr/>
        <a:lstStyle/>
        <a:p>
          <a:pPr>
            <a:lnSpc>
              <a:spcPct val="100000"/>
            </a:lnSpc>
          </a:pPr>
          <a:r>
            <a:rPr lang="en-US"/>
            <a:t>Data-driven logistics improve delivery efficiency</a:t>
          </a:r>
        </a:p>
      </dgm:t>
    </dgm:pt>
    <dgm:pt modelId="{ACE9F18A-C5D4-4F0B-B8D3-88C441B779C3}" type="parTrans" cxnId="{1E48535A-0DAF-42AB-AB9B-E33996E3765B}">
      <dgm:prSet/>
      <dgm:spPr/>
      <dgm:t>
        <a:bodyPr/>
        <a:lstStyle/>
        <a:p>
          <a:endParaRPr lang="en-US"/>
        </a:p>
      </dgm:t>
    </dgm:pt>
    <dgm:pt modelId="{3E8A107D-3E4E-4FDC-9597-F23BA2FBEA7D}" type="sibTrans" cxnId="{1E48535A-0DAF-42AB-AB9B-E33996E3765B}">
      <dgm:prSet/>
      <dgm:spPr/>
      <dgm:t>
        <a:bodyPr/>
        <a:lstStyle/>
        <a:p>
          <a:endParaRPr lang="en-US"/>
        </a:p>
      </dgm:t>
    </dgm:pt>
    <dgm:pt modelId="{9FBA8A43-5AF7-4BEE-88A8-A563517227DC}">
      <dgm:prSet/>
      <dgm:spPr/>
      <dgm:t>
        <a:bodyPr/>
        <a:lstStyle/>
        <a:p>
          <a:pPr>
            <a:lnSpc>
              <a:spcPct val="100000"/>
            </a:lnSpc>
          </a:pPr>
          <a:r>
            <a:rPr lang="en-US"/>
            <a:t>Cuts transportation costs</a:t>
          </a:r>
        </a:p>
      </dgm:t>
    </dgm:pt>
    <dgm:pt modelId="{C544FDE0-A51D-43D9-97BF-066E8C0A69A1}" type="parTrans" cxnId="{95E7A4BD-FB79-406A-9B06-320F530FC848}">
      <dgm:prSet/>
      <dgm:spPr/>
      <dgm:t>
        <a:bodyPr/>
        <a:lstStyle/>
        <a:p>
          <a:endParaRPr lang="en-US"/>
        </a:p>
      </dgm:t>
    </dgm:pt>
    <dgm:pt modelId="{7E3F68A6-2402-4C17-B54C-2C6D73A369DE}" type="sibTrans" cxnId="{95E7A4BD-FB79-406A-9B06-320F530FC848}">
      <dgm:prSet/>
      <dgm:spPr/>
      <dgm:t>
        <a:bodyPr/>
        <a:lstStyle/>
        <a:p>
          <a:endParaRPr lang="en-US"/>
        </a:p>
      </dgm:t>
    </dgm:pt>
    <dgm:pt modelId="{0BFD936B-C69A-418D-A64B-0E7AE6EFFAE8}">
      <dgm:prSet/>
      <dgm:spPr/>
      <dgm:t>
        <a:bodyPr/>
        <a:lstStyle/>
        <a:p>
          <a:pPr>
            <a:lnSpc>
              <a:spcPct val="100000"/>
            </a:lnSpc>
            <a:defRPr b="1"/>
          </a:pPr>
          <a:r>
            <a:rPr lang="en-US" b="1"/>
            <a:t>Quality Control</a:t>
          </a:r>
          <a:endParaRPr lang="en-US"/>
        </a:p>
      </dgm:t>
    </dgm:pt>
    <dgm:pt modelId="{E061EF50-1C6D-45E1-91F9-0DB9B89C690E}" type="parTrans" cxnId="{28C98932-455E-45AB-93B9-72CF80F84663}">
      <dgm:prSet/>
      <dgm:spPr/>
      <dgm:t>
        <a:bodyPr/>
        <a:lstStyle/>
        <a:p>
          <a:endParaRPr lang="en-US"/>
        </a:p>
      </dgm:t>
    </dgm:pt>
    <dgm:pt modelId="{5B6301F4-C59F-4520-B827-B04EA1EBF48D}" type="sibTrans" cxnId="{28C98932-455E-45AB-93B9-72CF80F84663}">
      <dgm:prSet/>
      <dgm:spPr/>
      <dgm:t>
        <a:bodyPr/>
        <a:lstStyle/>
        <a:p>
          <a:endParaRPr lang="en-US"/>
        </a:p>
      </dgm:t>
    </dgm:pt>
    <dgm:pt modelId="{75CAB921-6811-4AC3-9C35-4FC7ACF8D880}">
      <dgm:prSet/>
      <dgm:spPr/>
      <dgm:t>
        <a:bodyPr/>
        <a:lstStyle/>
        <a:p>
          <a:pPr>
            <a:lnSpc>
              <a:spcPct val="100000"/>
            </a:lnSpc>
          </a:pPr>
          <a:r>
            <a:rPr lang="en-US"/>
            <a:t>AI-powered image recognition detects defects</a:t>
          </a:r>
        </a:p>
      </dgm:t>
    </dgm:pt>
    <dgm:pt modelId="{5E121B58-9C66-4D7C-83E0-E881F36B8264}" type="parTrans" cxnId="{275D152E-76CA-4378-B860-B40124EC35B7}">
      <dgm:prSet/>
      <dgm:spPr/>
      <dgm:t>
        <a:bodyPr/>
        <a:lstStyle/>
        <a:p>
          <a:endParaRPr lang="en-US"/>
        </a:p>
      </dgm:t>
    </dgm:pt>
    <dgm:pt modelId="{F5F3933D-7870-4FFB-BF41-865715E30457}" type="sibTrans" cxnId="{275D152E-76CA-4378-B860-B40124EC35B7}">
      <dgm:prSet/>
      <dgm:spPr/>
      <dgm:t>
        <a:bodyPr/>
        <a:lstStyle/>
        <a:p>
          <a:endParaRPr lang="en-US"/>
        </a:p>
      </dgm:t>
    </dgm:pt>
    <dgm:pt modelId="{2AA33CF3-62CB-4F98-A437-000DEFA03A3A}">
      <dgm:prSet/>
      <dgm:spPr/>
      <dgm:t>
        <a:bodyPr/>
        <a:lstStyle/>
        <a:p>
          <a:pPr>
            <a:lnSpc>
              <a:spcPct val="100000"/>
            </a:lnSpc>
          </a:pPr>
          <a:r>
            <a:rPr lang="en-US"/>
            <a:t>Ensures product consistency</a:t>
          </a:r>
        </a:p>
      </dgm:t>
    </dgm:pt>
    <dgm:pt modelId="{E2989BA6-67D4-43D6-B080-B1F720E6E375}" type="parTrans" cxnId="{8E01FE30-372E-4050-922D-E1C01A4667C0}">
      <dgm:prSet/>
      <dgm:spPr/>
      <dgm:t>
        <a:bodyPr/>
        <a:lstStyle/>
        <a:p>
          <a:endParaRPr lang="en-US"/>
        </a:p>
      </dgm:t>
    </dgm:pt>
    <dgm:pt modelId="{F3DEFA65-6EFF-4D5B-882D-214F0BB0D75F}" type="sibTrans" cxnId="{8E01FE30-372E-4050-922D-E1C01A4667C0}">
      <dgm:prSet/>
      <dgm:spPr/>
      <dgm:t>
        <a:bodyPr/>
        <a:lstStyle/>
        <a:p>
          <a:endParaRPr lang="en-US"/>
        </a:p>
      </dgm:t>
    </dgm:pt>
    <dgm:pt modelId="{0A81787E-BC66-4DC0-A2C1-0A86652EC1CC}" type="pres">
      <dgm:prSet presAssocID="{9084F461-2828-4404-BF9F-A4B233989467}" presName="root" presStyleCnt="0">
        <dgm:presLayoutVars>
          <dgm:dir/>
          <dgm:resizeHandles val="exact"/>
        </dgm:presLayoutVars>
      </dgm:prSet>
      <dgm:spPr/>
    </dgm:pt>
    <dgm:pt modelId="{D082F9CE-522C-4527-85D7-7F86A1820BEB}" type="pres">
      <dgm:prSet presAssocID="{4DE9B497-3D58-46DB-B696-894E229A123B}" presName="compNode" presStyleCnt="0"/>
      <dgm:spPr/>
    </dgm:pt>
    <dgm:pt modelId="{20A4C7CF-3519-4C44-8321-559807E2FC6A}" type="pres">
      <dgm:prSet presAssocID="{4DE9B497-3D58-46DB-B696-894E229A123B}"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Tools"/>
        </a:ext>
      </dgm:extLst>
    </dgm:pt>
    <dgm:pt modelId="{5A772346-BD04-477D-916B-47584CA9AC55}" type="pres">
      <dgm:prSet presAssocID="{4DE9B497-3D58-46DB-B696-894E229A123B}" presName="iconSpace" presStyleCnt="0"/>
      <dgm:spPr/>
    </dgm:pt>
    <dgm:pt modelId="{6FEB915E-1D50-46BF-8A1C-CEE5EEB54C9A}" type="pres">
      <dgm:prSet presAssocID="{4DE9B497-3D58-46DB-B696-894E229A123B}" presName="parTx" presStyleLbl="revTx" presStyleIdx="0" presStyleCnt="6">
        <dgm:presLayoutVars>
          <dgm:chMax val="0"/>
          <dgm:chPref val="0"/>
        </dgm:presLayoutVars>
      </dgm:prSet>
      <dgm:spPr/>
    </dgm:pt>
    <dgm:pt modelId="{80562D1B-8ABC-4BBF-9222-1C70CCA50B8A}" type="pres">
      <dgm:prSet presAssocID="{4DE9B497-3D58-46DB-B696-894E229A123B}" presName="txSpace" presStyleCnt="0"/>
      <dgm:spPr/>
    </dgm:pt>
    <dgm:pt modelId="{D6A933F3-2A8F-43A3-A194-9F93C8BABA38}" type="pres">
      <dgm:prSet presAssocID="{4DE9B497-3D58-46DB-B696-894E229A123B}" presName="desTx" presStyleLbl="revTx" presStyleIdx="1" presStyleCnt="6">
        <dgm:presLayoutVars/>
      </dgm:prSet>
      <dgm:spPr/>
    </dgm:pt>
    <dgm:pt modelId="{EF827211-A0D1-4838-A318-FEC847FFFC84}" type="pres">
      <dgm:prSet presAssocID="{5C3287D1-75D6-458A-AA7D-070C5F54BD9F}" presName="sibTrans" presStyleCnt="0"/>
      <dgm:spPr/>
    </dgm:pt>
    <dgm:pt modelId="{467B3D59-F10E-4369-AB56-727601B09539}" type="pres">
      <dgm:prSet presAssocID="{80D2D885-214E-4B32-A484-0A7DDD2DB788}" presName="compNode" presStyleCnt="0"/>
      <dgm:spPr/>
    </dgm:pt>
    <dgm:pt modelId="{1009306E-4C23-4709-B7B4-D5B137F560EE}" type="pres">
      <dgm:prSet presAssocID="{80D2D885-214E-4B32-A484-0A7DDD2DB788}"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Truck"/>
        </a:ext>
      </dgm:extLst>
    </dgm:pt>
    <dgm:pt modelId="{4EAEDC63-901A-431A-9823-DB982CF18A36}" type="pres">
      <dgm:prSet presAssocID="{80D2D885-214E-4B32-A484-0A7DDD2DB788}" presName="iconSpace" presStyleCnt="0"/>
      <dgm:spPr/>
    </dgm:pt>
    <dgm:pt modelId="{42EE1207-9006-4A09-88E4-C2016FD5213B}" type="pres">
      <dgm:prSet presAssocID="{80D2D885-214E-4B32-A484-0A7DDD2DB788}" presName="parTx" presStyleLbl="revTx" presStyleIdx="2" presStyleCnt="6">
        <dgm:presLayoutVars>
          <dgm:chMax val="0"/>
          <dgm:chPref val="0"/>
        </dgm:presLayoutVars>
      </dgm:prSet>
      <dgm:spPr/>
    </dgm:pt>
    <dgm:pt modelId="{D5FE6701-8DF2-49EE-BBF8-0A0C72D367B5}" type="pres">
      <dgm:prSet presAssocID="{80D2D885-214E-4B32-A484-0A7DDD2DB788}" presName="txSpace" presStyleCnt="0"/>
      <dgm:spPr/>
    </dgm:pt>
    <dgm:pt modelId="{EDFAF855-77A5-4433-9E39-75B05122866B}" type="pres">
      <dgm:prSet presAssocID="{80D2D885-214E-4B32-A484-0A7DDD2DB788}" presName="desTx" presStyleLbl="revTx" presStyleIdx="3" presStyleCnt="6">
        <dgm:presLayoutVars/>
      </dgm:prSet>
      <dgm:spPr/>
    </dgm:pt>
    <dgm:pt modelId="{82EC9027-E638-4912-AE62-B73C052CD556}" type="pres">
      <dgm:prSet presAssocID="{3A05FA25-6653-4ECC-9381-EA36F2F997FD}" presName="sibTrans" presStyleCnt="0"/>
      <dgm:spPr/>
    </dgm:pt>
    <dgm:pt modelId="{DB4B2E79-772E-4BBF-B3FB-CB38A3ECF4B8}" type="pres">
      <dgm:prSet presAssocID="{0BFD936B-C69A-418D-A64B-0E7AE6EFFAE8}" presName="compNode" presStyleCnt="0"/>
      <dgm:spPr/>
    </dgm:pt>
    <dgm:pt modelId="{925109C8-06E5-4013-BA3B-ED9C81D282E6}" type="pres">
      <dgm:prSet presAssocID="{0BFD936B-C69A-418D-A64B-0E7AE6EFFAE8}"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Gears"/>
        </a:ext>
      </dgm:extLst>
    </dgm:pt>
    <dgm:pt modelId="{F0606996-C1EE-4A2D-90EC-E1BF7037F19F}" type="pres">
      <dgm:prSet presAssocID="{0BFD936B-C69A-418D-A64B-0E7AE6EFFAE8}" presName="iconSpace" presStyleCnt="0"/>
      <dgm:spPr/>
    </dgm:pt>
    <dgm:pt modelId="{C57B5C4F-BD64-4CE3-8A3A-209B87FCD4AD}" type="pres">
      <dgm:prSet presAssocID="{0BFD936B-C69A-418D-A64B-0E7AE6EFFAE8}" presName="parTx" presStyleLbl="revTx" presStyleIdx="4" presStyleCnt="6">
        <dgm:presLayoutVars>
          <dgm:chMax val="0"/>
          <dgm:chPref val="0"/>
        </dgm:presLayoutVars>
      </dgm:prSet>
      <dgm:spPr/>
    </dgm:pt>
    <dgm:pt modelId="{BC439076-4984-41C7-8B01-A61C16AC335D}" type="pres">
      <dgm:prSet presAssocID="{0BFD936B-C69A-418D-A64B-0E7AE6EFFAE8}" presName="txSpace" presStyleCnt="0"/>
      <dgm:spPr/>
    </dgm:pt>
    <dgm:pt modelId="{7D0C9288-4AFD-44F3-AF57-D6E9CFA0054F}" type="pres">
      <dgm:prSet presAssocID="{0BFD936B-C69A-418D-A64B-0E7AE6EFFAE8}" presName="desTx" presStyleLbl="revTx" presStyleIdx="5" presStyleCnt="6">
        <dgm:presLayoutVars/>
      </dgm:prSet>
      <dgm:spPr/>
    </dgm:pt>
  </dgm:ptLst>
  <dgm:cxnLst>
    <dgm:cxn modelId="{3274C022-C13A-4D59-9F70-6513E18E6D15}" type="presOf" srcId="{9084F461-2828-4404-BF9F-A4B233989467}" destId="{0A81787E-BC66-4DC0-A2C1-0A86652EC1CC}" srcOrd="0" destOrd="0" presId="urn:microsoft.com/office/officeart/2018/2/layout/IconLabelDescriptionList"/>
    <dgm:cxn modelId="{E0043E25-B009-4E66-8506-69D2D37423CB}" type="presOf" srcId="{019009A3-0CFD-41B7-B443-F4BE595510A3}" destId="{D6A933F3-2A8F-43A3-A194-9F93C8BABA38}" srcOrd="0" destOrd="0" presId="urn:microsoft.com/office/officeart/2018/2/layout/IconLabelDescriptionList"/>
    <dgm:cxn modelId="{275D152E-76CA-4378-B860-B40124EC35B7}" srcId="{0BFD936B-C69A-418D-A64B-0E7AE6EFFAE8}" destId="{75CAB921-6811-4AC3-9C35-4FC7ACF8D880}" srcOrd="0" destOrd="0" parTransId="{5E121B58-9C66-4D7C-83E0-E881F36B8264}" sibTransId="{F5F3933D-7870-4FFB-BF41-865715E30457}"/>
    <dgm:cxn modelId="{8E01FE30-372E-4050-922D-E1C01A4667C0}" srcId="{0BFD936B-C69A-418D-A64B-0E7AE6EFFAE8}" destId="{2AA33CF3-62CB-4F98-A437-000DEFA03A3A}" srcOrd="1" destOrd="0" parTransId="{E2989BA6-67D4-43D6-B080-B1F720E6E375}" sibTransId="{F3DEFA65-6EFF-4D5B-882D-214F0BB0D75F}"/>
    <dgm:cxn modelId="{28C98932-455E-45AB-93B9-72CF80F84663}" srcId="{9084F461-2828-4404-BF9F-A4B233989467}" destId="{0BFD936B-C69A-418D-A64B-0E7AE6EFFAE8}" srcOrd="2" destOrd="0" parTransId="{E061EF50-1C6D-45E1-91F9-0DB9B89C690E}" sibTransId="{5B6301F4-C59F-4520-B827-B04EA1EBF48D}"/>
    <dgm:cxn modelId="{A5349D39-F6FB-4709-AC47-000E33F35084}" type="presOf" srcId="{75CAB921-6811-4AC3-9C35-4FC7ACF8D880}" destId="{7D0C9288-4AFD-44F3-AF57-D6E9CFA0054F}" srcOrd="0" destOrd="0" presId="urn:microsoft.com/office/officeart/2018/2/layout/IconLabelDescriptionList"/>
    <dgm:cxn modelId="{D0153D3B-E3D2-4280-92E9-956E7B534ADE}" srcId="{4DE9B497-3D58-46DB-B696-894E229A123B}" destId="{5C34219E-1C5C-4ED8-9EE3-1EC16405C97E}" srcOrd="1" destOrd="0" parTransId="{D6EBBB3D-932F-498C-8D9B-81B00F5C5FBB}" sibTransId="{476D1F6E-38F2-4924-98C6-A9BC0CB5527E}"/>
    <dgm:cxn modelId="{EE11A45E-BC09-41FC-92D2-E28D7ED7A07D}" srcId="{4DE9B497-3D58-46DB-B696-894E229A123B}" destId="{019009A3-0CFD-41B7-B443-F4BE595510A3}" srcOrd="0" destOrd="0" parTransId="{DE1255C9-7FDC-4841-B1E3-5FE94F35F05C}" sibTransId="{31F277EF-25C5-4B6D-BDD0-21194DF31FAD}"/>
    <dgm:cxn modelId="{CC104C69-4AAC-4276-AFC7-3D5843D498D3}" type="presOf" srcId="{80D2D885-214E-4B32-A484-0A7DDD2DB788}" destId="{42EE1207-9006-4A09-88E4-C2016FD5213B}" srcOrd="0" destOrd="0" presId="urn:microsoft.com/office/officeart/2018/2/layout/IconLabelDescriptionList"/>
    <dgm:cxn modelId="{1CC76C6A-F5BD-4768-8743-16B02050C453}" type="presOf" srcId="{9DACBF68-E349-4945-B684-9CB46EF6CA9B}" destId="{EDFAF855-77A5-4433-9E39-75B05122866B}" srcOrd="0" destOrd="0" presId="urn:microsoft.com/office/officeart/2018/2/layout/IconLabelDescriptionList"/>
    <dgm:cxn modelId="{93062D4B-432D-4E93-95C3-DFC0A5E72698}" type="presOf" srcId="{9FBA8A43-5AF7-4BEE-88A8-A563517227DC}" destId="{EDFAF855-77A5-4433-9E39-75B05122866B}" srcOrd="0" destOrd="1" presId="urn:microsoft.com/office/officeart/2018/2/layout/IconLabelDescriptionList"/>
    <dgm:cxn modelId="{1E48535A-0DAF-42AB-AB9B-E33996E3765B}" srcId="{80D2D885-214E-4B32-A484-0A7DDD2DB788}" destId="{9DACBF68-E349-4945-B684-9CB46EF6CA9B}" srcOrd="0" destOrd="0" parTransId="{ACE9F18A-C5D4-4F0B-B8D3-88C441B779C3}" sibTransId="{3E8A107D-3E4E-4FDC-9597-F23BA2FBEA7D}"/>
    <dgm:cxn modelId="{16154B7C-605B-4A19-9FBF-57ED7FD7ADAC}" type="presOf" srcId="{2AA33CF3-62CB-4F98-A437-000DEFA03A3A}" destId="{7D0C9288-4AFD-44F3-AF57-D6E9CFA0054F}" srcOrd="0" destOrd="1" presId="urn:microsoft.com/office/officeart/2018/2/layout/IconLabelDescriptionList"/>
    <dgm:cxn modelId="{D3C5D08D-692C-4B6B-9054-C2C95C63D912}" type="presOf" srcId="{0BFD936B-C69A-418D-A64B-0E7AE6EFFAE8}" destId="{C57B5C4F-BD64-4CE3-8A3A-209B87FCD4AD}" srcOrd="0" destOrd="0" presId="urn:microsoft.com/office/officeart/2018/2/layout/IconLabelDescriptionList"/>
    <dgm:cxn modelId="{29D82190-2832-464F-8DA9-3D9647560029}" type="presOf" srcId="{5C34219E-1C5C-4ED8-9EE3-1EC16405C97E}" destId="{D6A933F3-2A8F-43A3-A194-9F93C8BABA38}" srcOrd="0" destOrd="1" presId="urn:microsoft.com/office/officeart/2018/2/layout/IconLabelDescriptionList"/>
    <dgm:cxn modelId="{C60CF592-D92D-4561-9003-BF3B539010BE}" type="presOf" srcId="{4DE9B497-3D58-46DB-B696-894E229A123B}" destId="{6FEB915E-1D50-46BF-8A1C-CEE5EEB54C9A}" srcOrd="0" destOrd="0" presId="urn:microsoft.com/office/officeart/2018/2/layout/IconLabelDescriptionList"/>
    <dgm:cxn modelId="{B4B62198-D2CC-4034-8BDB-440F29710130}" srcId="{9084F461-2828-4404-BF9F-A4B233989467}" destId="{4DE9B497-3D58-46DB-B696-894E229A123B}" srcOrd="0" destOrd="0" parTransId="{B3C8985E-EF44-423A-B092-16D466A405E9}" sibTransId="{5C3287D1-75D6-458A-AA7D-070C5F54BD9F}"/>
    <dgm:cxn modelId="{197DE5A2-8520-4E07-BFDB-3AC2EB63A5B8}" srcId="{9084F461-2828-4404-BF9F-A4B233989467}" destId="{80D2D885-214E-4B32-A484-0A7DDD2DB788}" srcOrd="1" destOrd="0" parTransId="{2E9F23D6-D829-470A-A900-EB9CEBCF99A1}" sibTransId="{3A05FA25-6653-4ECC-9381-EA36F2F997FD}"/>
    <dgm:cxn modelId="{95E7A4BD-FB79-406A-9B06-320F530FC848}" srcId="{80D2D885-214E-4B32-A484-0A7DDD2DB788}" destId="{9FBA8A43-5AF7-4BEE-88A8-A563517227DC}" srcOrd="1" destOrd="0" parTransId="{C544FDE0-A51D-43D9-97BF-066E8C0A69A1}" sibTransId="{7E3F68A6-2402-4C17-B54C-2C6D73A369DE}"/>
    <dgm:cxn modelId="{D87AA748-240A-421A-A8D0-29E208DC01E3}" type="presParOf" srcId="{0A81787E-BC66-4DC0-A2C1-0A86652EC1CC}" destId="{D082F9CE-522C-4527-85D7-7F86A1820BEB}" srcOrd="0" destOrd="0" presId="urn:microsoft.com/office/officeart/2018/2/layout/IconLabelDescriptionList"/>
    <dgm:cxn modelId="{D79307ED-4A89-40DE-9748-252A2A7A0BF3}" type="presParOf" srcId="{D082F9CE-522C-4527-85D7-7F86A1820BEB}" destId="{20A4C7CF-3519-4C44-8321-559807E2FC6A}" srcOrd="0" destOrd="0" presId="urn:microsoft.com/office/officeart/2018/2/layout/IconLabelDescriptionList"/>
    <dgm:cxn modelId="{A98FD417-BA78-4996-B4C7-F07CA6832351}" type="presParOf" srcId="{D082F9CE-522C-4527-85D7-7F86A1820BEB}" destId="{5A772346-BD04-477D-916B-47584CA9AC55}" srcOrd="1" destOrd="0" presId="urn:microsoft.com/office/officeart/2018/2/layout/IconLabelDescriptionList"/>
    <dgm:cxn modelId="{FB2B4DAC-EA9B-4DE4-9BD8-42837F3AB5E6}" type="presParOf" srcId="{D082F9CE-522C-4527-85D7-7F86A1820BEB}" destId="{6FEB915E-1D50-46BF-8A1C-CEE5EEB54C9A}" srcOrd="2" destOrd="0" presId="urn:microsoft.com/office/officeart/2018/2/layout/IconLabelDescriptionList"/>
    <dgm:cxn modelId="{3978AF25-D292-4436-A3DF-ADAC17E3E75C}" type="presParOf" srcId="{D082F9CE-522C-4527-85D7-7F86A1820BEB}" destId="{80562D1B-8ABC-4BBF-9222-1C70CCA50B8A}" srcOrd="3" destOrd="0" presId="urn:microsoft.com/office/officeart/2018/2/layout/IconLabelDescriptionList"/>
    <dgm:cxn modelId="{9C724643-C1AE-4140-8D7D-B735B3C8BB48}" type="presParOf" srcId="{D082F9CE-522C-4527-85D7-7F86A1820BEB}" destId="{D6A933F3-2A8F-43A3-A194-9F93C8BABA38}" srcOrd="4" destOrd="0" presId="urn:microsoft.com/office/officeart/2018/2/layout/IconLabelDescriptionList"/>
    <dgm:cxn modelId="{9F50194A-BF04-4706-8223-A68CE885AA73}" type="presParOf" srcId="{0A81787E-BC66-4DC0-A2C1-0A86652EC1CC}" destId="{EF827211-A0D1-4838-A318-FEC847FFFC84}" srcOrd="1" destOrd="0" presId="urn:microsoft.com/office/officeart/2018/2/layout/IconLabelDescriptionList"/>
    <dgm:cxn modelId="{C705D61B-C3C1-41C8-9913-9B824881BDC1}" type="presParOf" srcId="{0A81787E-BC66-4DC0-A2C1-0A86652EC1CC}" destId="{467B3D59-F10E-4369-AB56-727601B09539}" srcOrd="2" destOrd="0" presId="urn:microsoft.com/office/officeart/2018/2/layout/IconLabelDescriptionList"/>
    <dgm:cxn modelId="{65CA516F-AB0E-4C53-9174-81221147E274}" type="presParOf" srcId="{467B3D59-F10E-4369-AB56-727601B09539}" destId="{1009306E-4C23-4709-B7B4-D5B137F560EE}" srcOrd="0" destOrd="0" presId="urn:microsoft.com/office/officeart/2018/2/layout/IconLabelDescriptionList"/>
    <dgm:cxn modelId="{389F4D33-F880-4420-B6FF-72617082FFBF}" type="presParOf" srcId="{467B3D59-F10E-4369-AB56-727601B09539}" destId="{4EAEDC63-901A-431A-9823-DB982CF18A36}" srcOrd="1" destOrd="0" presId="urn:microsoft.com/office/officeart/2018/2/layout/IconLabelDescriptionList"/>
    <dgm:cxn modelId="{E64510AD-0CA5-4A04-9CD5-14E3016BC039}" type="presParOf" srcId="{467B3D59-F10E-4369-AB56-727601B09539}" destId="{42EE1207-9006-4A09-88E4-C2016FD5213B}" srcOrd="2" destOrd="0" presId="urn:microsoft.com/office/officeart/2018/2/layout/IconLabelDescriptionList"/>
    <dgm:cxn modelId="{05652239-2CE0-41CC-85E7-95FCDAE87EB8}" type="presParOf" srcId="{467B3D59-F10E-4369-AB56-727601B09539}" destId="{D5FE6701-8DF2-49EE-BBF8-0A0C72D367B5}" srcOrd="3" destOrd="0" presId="urn:microsoft.com/office/officeart/2018/2/layout/IconLabelDescriptionList"/>
    <dgm:cxn modelId="{9A8B8CE0-F9A4-492B-BF66-597795CACA3B}" type="presParOf" srcId="{467B3D59-F10E-4369-AB56-727601B09539}" destId="{EDFAF855-77A5-4433-9E39-75B05122866B}" srcOrd="4" destOrd="0" presId="urn:microsoft.com/office/officeart/2018/2/layout/IconLabelDescriptionList"/>
    <dgm:cxn modelId="{90952AC8-91C6-4B0E-98C6-0251CB403888}" type="presParOf" srcId="{0A81787E-BC66-4DC0-A2C1-0A86652EC1CC}" destId="{82EC9027-E638-4912-AE62-B73C052CD556}" srcOrd="3" destOrd="0" presId="urn:microsoft.com/office/officeart/2018/2/layout/IconLabelDescriptionList"/>
    <dgm:cxn modelId="{69E5772E-954F-4A63-92AD-E8ACD1E7F8F9}" type="presParOf" srcId="{0A81787E-BC66-4DC0-A2C1-0A86652EC1CC}" destId="{DB4B2E79-772E-4BBF-B3FB-CB38A3ECF4B8}" srcOrd="4" destOrd="0" presId="urn:microsoft.com/office/officeart/2018/2/layout/IconLabelDescriptionList"/>
    <dgm:cxn modelId="{ABAD3636-6437-4A8F-856D-CCE3D91FF919}" type="presParOf" srcId="{DB4B2E79-772E-4BBF-B3FB-CB38A3ECF4B8}" destId="{925109C8-06E5-4013-BA3B-ED9C81D282E6}" srcOrd="0" destOrd="0" presId="urn:microsoft.com/office/officeart/2018/2/layout/IconLabelDescriptionList"/>
    <dgm:cxn modelId="{299FE037-1D93-4A56-B008-C1EC30111DB1}" type="presParOf" srcId="{DB4B2E79-772E-4BBF-B3FB-CB38A3ECF4B8}" destId="{F0606996-C1EE-4A2D-90EC-E1BF7037F19F}" srcOrd="1" destOrd="0" presId="urn:microsoft.com/office/officeart/2018/2/layout/IconLabelDescriptionList"/>
    <dgm:cxn modelId="{E4A5467B-D1F7-4D58-A932-A4DA1384772A}" type="presParOf" srcId="{DB4B2E79-772E-4BBF-B3FB-CB38A3ECF4B8}" destId="{C57B5C4F-BD64-4CE3-8A3A-209B87FCD4AD}" srcOrd="2" destOrd="0" presId="urn:microsoft.com/office/officeart/2018/2/layout/IconLabelDescriptionList"/>
    <dgm:cxn modelId="{E8B87AD2-A0B7-4C73-B242-351CDA10EC96}" type="presParOf" srcId="{DB4B2E79-772E-4BBF-B3FB-CB38A3ECF4B8}" destId="{BC439076-4984-41C7-8B01-A61C16AC335D}" srcOrd="3" destOrd="0" presId="urn:microsoft.com/office/officeart/2018/2/layout/IconLabelDescriptionList"/>
    <dgm:cxn modelId="{B3994AD3-2F23-45BE-A98D-3A3494241FC3}" type="presParOf" srcId="{DB4B2E79-772E-4BBF-B3FB-CB38A3ECF4B8}" destId="{7D0C9288-4AFD-44F3-AF57-D6E9CFA0054F}"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986ABF9-A243-44E5-9565-8CAB22E3442E}" type="doc">
      <dgm:prSet loTypeId="urn:microsoft.com/office/officeart/2018/2/layout/IconLabelDescriptionList" loCatId="icon" qsTypeId="urn:microsoft.com/office/officeart/2005/8/quickstyle/simple1" qsCatId="simple" csTypeId="urn:microsoft.com/office/officeart/2005/8/colors/accent1_2" csCatId="accent1" phldr="1"/>
      <dgm:spPr/>
      <dgm:t>
        <a:bodyPr/>
        <a:lstStyle/>
        <a:p>
          <a:endParaRPr lang="en-US"/>
        </a:p>
      </dgm:t>
    </dgm:pt>
    <dgm:pt modelId="{88AE4EBD-E0CB-4F8C-85D3-2D0C98560A09}">
      <dgm:prSet/>
      <dgm:spPr/>
      <dgm:t>
        <a:bodyPr/>
        <a:lstStyle/>
        <a:p>
          <a:pPr>
            <a:lnSpc>
              <a:spcPct val="100000"/>
            </a:lnSpc>
            <a:defRPr b="1"/>
          </a:pPr>
          <a:r>
            <a:rPr lang="en-IN" b="1"/>
            <a:t>Targeted Advertising</a:t>
          </a:r>
          <a:endParaRPr lang="en-US"/>
        </a:p>
      </dgm:t>
    </dgm:pt>
    <dgm:pt modelId="{FF166475-27EB-403E-AF0E-507DA687AD35}" type="parTrans" cxnId="{44A37E87-EC68-4223-A82C-29FE3DCD2B12}">
      <dgm:prSet/>
      <dgm:spPr/>
      <dgm:t>
        <a:bodyPr/>
        <a:lstStyle/>
        <a:p>
          <a:endParaRPr lang="en-US"/>
        </a:p>
      </dgm:t>
    </dgm:pt>
    <dgm:pt modelId="{3BC5A8CB-0A4F-4D97-8A06-1A1EE8440AF5}" type="sibTrans" cxnId="{44A37E87-EC68-4223-A82C-29FE3DCD2B12}">
      <dgm:prSet/>
      <dgm:spPr/>
      <dgm:t>
        <a:bodyPr/>
        <a:lstStyle/>
        <a:p>
          <a:endParaRPr lang="en-US"/>
        </a:p>
      </dgm:t>
    </dgm:pt>
    <dgm:pt modelId="{FF1ACDD8-2E2A-4242-9CB6-B8552E2FE7D0}">
      <dgm:prSet/>
      <dgm:spPr/>
      <dgm:t>
        <a:bodyPr/>
        <a:lstStyle/>
        <a:p>
          <a:pPr>
            <a:lnSpc>
              <a:spcPct val="100000"/>
            </a:lnSpc>
          </a:pPr>
          <a:r>
            <a:rPr lang="en-IN"/>
            <a:t>Analyses user behaviour for personalized ads</a:t>
          </a:r>
          <a:endParaRPr lang="en-US"/>
        </a:p>
      </dgm:t>
    </dgm:pt>
    <dgm:pt modelId="{5BACBF5C-4287-4AD8-AE8C-018FF23AE10C}" type="parTrans" cxnId="{D0A99909-BA24-4412-80F7-3472A6161A47}">
      <dgm:prSet/>
      <dgm:spPr/>
      <dgm:t>
        <a:bodyPr/>
        <a:lstStyle/>
        <a:p>
          <a:endParaRPr lang="en-US"/>
        </a:p>
      </dgm:t>
    </dgm:pt>
    <dgm:pt modelId="{512A7046-5391-4E74-B3C7-8CF11E386201}" type="sibTrans" cxnId="{D0A99909-BA24-4412-80F7-3472A6161A47}">
      <dgm:prSet/>
      <dgm:spPr/>
      <dgm:t>
        <a:bodyPr/>
        <a:lstStyle/>
        <a:p>
          <a:endParaRPr lang="en-US"/>
        </a:p>
      </dgm:t>
    </dgm:pt>
    <dgm:pt modelId="{CC46A444-37B5-496F-A340-1E44841C4264}">
      <dgm:prSet/>
      <dgm:spPr/>
      <dgm:t>
        <a:bodyPr/>
        <a:lstStyle/>
        <a:p>
          <a:pPr>
            <a:lnSpc>
              <a:spcPct val="100000"/>
            </a:lnSpc>
          </a:pPr>
          <a:r>
            <a:rPr lang="en-IN"/>
            <a:t>Improves engagement &amp; conversions</a:t>
          </a:r>
          <a:endParaRPr lang="en-US"/>
        </a:p>
      </dgm:t>
    </dgm:pt>
    <dgm:pt modelId="{F6E6B4DE-65E5-429B-84AE-5A17C6F48737}" type="parTrans" cxnId="{08646B65-1A31-4FDC-B6E1-547DE82F0190}">
      <dgm:prSet/>
      <dgm:spPr/>
      <dgm:t>
        <a:bodyPr/>
        <a:lstStyle/>
        <a:p>
          <a:endParaRPr lang="en-US"/>
        </a:p>
      </dgm:t>
    </dgm:pt>
    <dgm:pt modelId="{E32B763D-C828-416A-B4C7-8EF584036011}" type="sibTrans" cxnId="{08646B65-1A31-4FDC-B6E1-547DE82F0190}">
      <dgm:prSet/>
      <dgm:spPr/>
      <dgm:t>
        <a:bodyPr/>
        <a:lstStyle/>
        <a:p>
          <a:endParaRPr lang="en-US"/>
        </a:p>
      </dgm:t>
    </dgm:pt>
    <dgm:pt modelId="{1C63B700-BBC5-42F8-87AB-C87FF7CE4486}">
      <dgm:prSet/>
      <dgm:spPr/>
      <dgm:t>
        <a:bodyPr/>
        <a:lstStyle/>
        <a:p>
          <a:pPr>
            <a:lnSpc>
              <a:spcPct val="100000"/>
            </a:lnSpc>
            <a:defRPr b="1"/>
          </a:pPr>
          <a:r>
            <a:rPr lang="en-IN" b="1"/>
            <a:t>Campaign Performance Analysis</a:t>
          </a:r>
          <a:endParaRPr lang="en-US"/>
        </a:p>
      </dgm:t>
    </dgm:pt>
    <dgm:pt modelId="{E6022DD6-CD65-4EC1-9457-5D02FACE5556}" type="parTrans" cxnId="{BB1021E4-4DEF-4A15-A847-A7FA52A3B042}">
      <dgm:prSet/>
      <dgm:spPr/>
      <dgm:t>
        <a:bodyPr/>
        <a:lstStyle/>
        <a:p>
          <a:endParaRPr lang="en-US"/>
        </a:p>
      </dgm:t>
    </dgm:pt>
    <dgm:pt modelId="{555B47EA-5856-4561-BD11-60A30EFF7B2A}" type="sibTrans" cxnId="{BB1021E4-4DEF-4A15-A847-A7FA52A3B042}">
      <dgm:prSet/>
      <dgm:spPr/>
      <dgm:t>
        <a:bodyPr/>
        <a:lstStyle/>
        <a:p>
          <a:endParaRPr lang="en-US"/>
        </a:p>
      </dgm:t>
    </dgm:pt>
    <dgm:pt modelId="{08C28FE2-3CD1-49CE-BA17-7B4729A57A84}">
      <dgm:prSet/>
      <dgm:spPr/>
      <dgm:t>
        <a:bodyPr/>
        <a:lstStyle/>
        <a:p>
          <a:pPr>
            <a:lnSpc>
              <a:spcPct val="100000"/>
            </a:lnSpc>
          </a:pPr>
          <a:r>
            <a:rPr lang="en-IN"/>
            <a:t>Tracks ad performance in real-time</a:t>
          </a:r>
          <a:endParaRPr lang="en-US"/>
        </a:p>
      </dgm:t>
    </dgm:pt>
    <dgm:pt modelId="{08D59022-4AEB-482D-B437-D2A0EA7D981E}" type="parTrans" cxnId="{76BC76A0-08A6-4FCB-A476-C1114A4F44AE}">
      <dgm:prSet/>
      <dgm:spPr/>
      <dgm:t>
        <a:bodyPr/>
        <a:lstStyle/>
        <a:p>
          <a:endParaRPr lang="en-US"/>
        </a:p>
      </dgm:t>
    </dgm:pt>
    <dgm:pt modelId="{D3BFCACA-F710-4BD4-AEE7-64448EEA86C2}" type="sibTrans" cxnId="{76BC76A0-08A6-4FCB-A476-C1114A4F44AE}">
      <dgm:prSet/>
      <dgm:spPr/>
      <dgm:t>
        <a:bodyPr/>
        <a:lstStyle/>
        <a:p>
          <a:endParaRPr lang="en-US"/>
        </a:p>
      </dgm:t>
    </dgm:pt>
    <dgm:pt modelId="{B917E1A1-FBB9-4508-9508-D3488406090F}">
      <dgm:prSet/>
      <dgm:spPr/>
      <dgm:t>
        <a:bodyPr/>
        <a:lstStyle/>
        <a:p>
          <a:pPr>
            <a:lnSpc>
              <a:spcPct val="100000"/>
            </a:lnSpc>
          </a:pPr>
          <a:r>
            <a:rPr lang="en-IN"/>
            <a:t>Optimizes marketing spend</a:t>
          </a:r>
          <a:endParaRPr lang="en-US"/>
        </a:p>
      </dgm:t>
    </dgm:pt>
    <dgm:pt modelId="{62498D5B-FD93-450A-983C-68ED1730AE83}" type="parTrans" cxnId="{F9D8D04C-F2FF-4C27-9191-1742A870C3C4}">
      <dgm:prSet/>
      <dgm:spPr/>
      <dgm:t>
        <a:bodyPr/>
        <a:lstStyle/>
        <a:p>
          <a:endParaRPr lang="en-US"/>
        </a:p>
      </dgm:t>
    </dgm:pt>
    <dgm:pt modelId="{43E95B70-ED44-4B1B-A9DB-6BD7B3770629}" type="sibTrans" cxnId="{F9D8D04C-F2FF-4C27-9191-1742A870C3C4}">
      <dgm:prSet/>
      <dgm:spPr/>
      <dgm:t>
        <a:bodyPr/>
        <a:lstStyle/>
        <a:p>
          <a:endParaRPr lang="en-US"/>
        </a:p>
      </dgm:t>
    </dgm:pt>
    <dgm:pt modelId="{D6C5217C-D215-42D1-AEA9-4347545D4021}">
      <dgm:prSet/>
      <dgm:spPr/>
      <dgm:t>
        <a:bodyPr/>
        <a:lstStyle/>
        <a:p>
          <a:pPr>
            <a:lnSpc>
              <a:spcPct val="100000"/>
            </a:lnSpc>
            <a:defRPr b="1"/>
          </a:pPr>
          <a:r>
            <a:rPr lang="en-IN" b="1"/>
            <a:t>Customer Sentiment Analysis</a:t>
          </a:r>
          <a:endParaRPr lang="en-US"/>
        </a:p>
      </dgm:t>
    </dgm:pt>
    <dgm:pt modelId="{62B826EB-03F4-46D0-BB89-43DE3BC967A0}" type="parTrans" cxnId="{45242A85-062C-41E5-91C1-68A70BBB8912}">
      <dgm:prSet/>
      <dgm:spPr/>
      <dgm:t>
        <a:bodyPr/>
        <a:lstStyle/>
        <a:p>
          <a:endParaRPr lang="en-US"/>
        </a:p>
      </dgm:t>
    </dgm:pt>
    <dgm:pt modelId="{A0F85EE3-A3F3-4460-A4CF-A8ACD05C7426}" type="sibTrans" cxnId="{45242A85-062C-41E5-91C1-68A70BBB8912}">
      <dgm:prSet/>
      <dgm:spPr/>
      <dgm:t>
        <a:bodyPr/>
        <a:lstStyle/>
        <a:p>
          <a:endParaRPr lang="en-US"/>
        </a:p>
      </dgm:t>
    </dgm:pt>
    <dgm:pt modelId="{973169DD-E74C-4F01-9AB9-3A6A6918B584}">
      <dgm:prSet/>
      <dgm:spPr/>
      <dgm:t>
        <a:bodyPr/>
        <a:lstStyle/>
        <a:p>
          <a:pPr>
            <a:lnSpc>
              <a:spcPct val="100000"/>
            </a:lnSpc>
          </a:pPr>
          <a:r>
            <a:rPr lang="en-IN"/>
            <a:t>Monitors reviews &amp; social media feedback</a:t>
          </a:r>
          <a:endParaRPr lang="en-US"/>
        </a:p>
      </dgm:t>
    </dgm:pt>
    <dgm:pt modelId="{FD66257B-942F-48FB-BFF3-12C39E47BB9E}" type="parTrans" cxnId="{3C7D4426-BAFD-4C2A-9D46-D935B4B3D7C8}">
      <dgm:prSet/>
      <dgm:spPr/>
      <dgm:t>
        <a:bodyPr/>
        <a:lstStyle/>
        <a:p>
          <a:endParaRPr lang="en-US"/>
        </a:p>
      </dgm:t>
    </dgm:pt>
    <dgm:pt modelId="{1816A079-FB03-4A4E-A272-920D7312D12C}" type="sibTrans" cxnId="{3C7D4426-BAFD-4C2A-9D46-D935B4B3D7C8}">
      <dgm:prSet/>
      <dgm:spPr/>
      <dgm:t>
        <a:bodyPr/>
        <a:lstStyle/>
        <a:p>
          <a:endParaRPr lang="en-US"/>
        </a:p>
      </dgm:t>
    </dgm:pt>
    <dgm:pt modelId="{45407766-3CD6-4D5A-9645-2EBD28CE5ED9}">
      <dgm:prSet/>
      <dgm:spPr/>
      <dgm:t>
        <a:bodyPr/>
        <a:lstStyle/>
        <a:p>
          <a:pPr>
            <a:lnSpc>
              <a:spcPct val="100000"/>
            </a:lnSpc>
          </a:pPr>
          <a:r>
            <a:rPr lang="en-IN"/>
            <a:t>Enhances brand strategy</a:t>
          </a:r>
          <a:endParaRPr lang="en-US"/>
        </a:p>
      </dgm:t>
    </dgm:pt>
    <dgm:pt modelId="{069CD512-C1C5-4E2D-BE62-8C321D03788A}" type="parTrans" cxnId="{0844BDCB-00CB-4185-9563-ACBBB20B98BB}">
      <dgm:prSet/>
      <dgm:spPr/>
      <dgm:t>
        <a:bodyPr/>
        <a:lstStyle/>
        <a:p>
          <a:endParaRPr lang="en-US"/>
        </a:p>
      </dgm:t>
    </dgm:pt>
    <dgm:pt modelId="{5501FDF9-13D6-4065-851B-6306E9126844}" type="sibTrans" cxnId="{0844BDCB-00CB-4185-9563-ACBBB20B98BB}">
      <dgm:prSet/>
      <dgm:spPr/>
      <dgm:t>
        <a:bodyPr/>
        <a:lstStyle/>
        <a:p>
          <a:endParaRPr lang="en-US"/>
        </a:p>
      </dgm:t>
    </dgm:pt>
    <dgm:pt modelId="{7685426A-F6E3-4D2E-AF17-642D162DA69E}" type="pres">
      <dgm:prSet presAssocID="{5986ABF9-A243-44E5-9565-8CAB22E3442E}" presName="root" presStyleCnt="0">
        <dgm:presLayoutVars>
          <dgm:dir/>
          <dgm:resizeHandles val="exact"/>
        </dgm:presLayoutVars>
      </dgm:prSet>
      <dgm:spPr/>
    </dgm:pt>
    <dgm:pt modelId="{4E4941CE-57AC-4B18-A9F8-1609B076FAB2}" type="pres">
      <dgm:prSet presAssocID="{88AE4EBD-E0CB-4F8C-85D3-2D0C98560A09}" presName="compNode" presStyleCnt="0"/>
      <dgm:spPr/>
    </dgm:pt>
    <dgm:pt modelId="{31D08018-DEF9-42EE-BA7E-FE6C811F20B8}" type="pres">
      <dgm:prSet presAssocID="{88AE4EBD-E0CB-4F8C-85D3-2D0C98560A09}"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Target Audience"/>
        </a:ext>
      </dgm:extLst>
    </dgm:pt>
    <dgm:pt modelId="{2D289EF1-20FA-4637-81A9-940ED1C7FC64}" type="pres">
      <dgm:prSet presAssocID="{88AE4EBD-E0CB-4F8C-85D3-2D0C98560A09}" presName="iconSpace" presStyleCnt="0"/>
      <dgm:spPr/>
    </dgm:pt>
    <dgm:pt modelId="{1BC6E348-96B4-4012-8D8F-802BC6A4B98F}" type="pres">
      <dgm:prSet presAssocID="{88AE4EBD-E0CB-4F8C-85D3-2D0C98560A09}" presName="parTx" presStyleLbl="revTx" presStyleIdx="0" presStyleCnt="6">
        <dgm:presLayoutVars>
          <dgm:chMax val="0"/>
          <dgm:chPref val="0"/>
        </dgm:presLayoutVars>
      </dgm:prSet>
      <dgm:spPr/>
    </dgm:pt>
    <dgm:pt modelId="{01908EC0-0419-4C44-8808-5C43A3C503CB}" type="pres">
      <dgm:prSet presAssocID="{88AE4EBD-E0CB-4F8C-85D3-2D0C98560A09}" presName="txSpace" presStyleCnt="0"/>
      <dgm:spPr/>
    </dgm:pt>
    <dgm:pt modelId="{F1D2CAEE-7A5D-45B9-BA79-E92A17C1F818}" type="pres">
      <dgm:prSet presAssocID="{88AE4EBD-E0CB-4F8C-85D3-2D0C98560A09}" presName="desTx" presStyleLbl="revTx" presStyleIdx="1" presStyleCnt="6">
        <dgm:presLayoutVars/>
      </dgm:prSet>
      <dgm:spPr/>
    </dgm:pt>
    <dgm:pt modelId="{3F57776C-B95E-4886-B4C3-E42CF9E096C3}" type="pres">
      <dgm:prSet presAssocID="{3BC5A8CB-0A4F-4D97-8A06-1A1EE8440AF5}" presName="sibTrans" presStyleCnt="0"/>
      <dgm:spPr/>
    </dgm:pt>
    <dgm:pt modelId="{0AF1063B-F2E8-4FEB-9993-B1AA11F2DF00}" type="pres">
      <dgm:prSet presAssocID="{1C63B700-BBC5-42F8-87AB-C87FF7CE4486}" presName="compNode" presStyleCnt="0"/>
      <dgm:spPr/>
    </dgm:pt>
    <dgm:pt modelId="{35DB9734-04FC-435F-A7A5-0B670F85C98A}" type="pres">
      <dgm:prSet presAssocID="{1C63B700-BBC5-42F8-87AB-C87FF7CE4486}"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Gauge"/>
        </a:ext>
      </dgm:extLst>
    </dgm:pt>
    <dgm:pt modelId="{4BBDC40B-95FF-4520-BDC1-4CE5F3A917AA}" type="pres">
      <dgm:prSet presAssocID="{1C63B700-BBC5-42F8-87AB-C87FF7CE4486}" presName="iconSpace" presStyleCnt="0"/>
      <dgm:spPr/>
    </dgm:pt>
    <dgm:pt modelId="{ECA495B3-7B07-4BB4-905C-125CBF1BE226}" type="pres">
      <dgm:prSet presAssocID="{1C63B700-BBC5-42F8-87AB-C87FF7CE4486}" presName="parTx" presStyleLbl="revTx" presStyleIdx="2" presStyleCnt="6">
        <dgm:presLayoutVars>
          <dgm:chMax val="0"/>
          <dgm:chPref val="0"/>
        </dgm:presLayoutVars>
      </dgm:prSet>
      <dgm:spPr/>
    </dgm:pt>
    <dgm:pt modelId="{43A8EAD7-E778-40CA-8C0D-A1D1851FABBE}" type="pres">
      <dgm:prSet presAssocID="{1C63B700-BBC5-42F8-87AB-C87FF7CE4486}" presName="txSpace" presStyleCnt="0"/>
      <dgm:spPr/>
    </dgm:pt>
    <dgm:pt modelId="{DE1F166F-D4C8-40B9-AF77-00F38BBD25CD}" type="pres">
      <dgm:prSet presAssocID="{1C63B700-BBC5-42F8-87AB-C87FF7CE4486}" presName="desTx" presStyleLbl="revTx" presStyleIdx="3" presStyleCnt="6">
        <dgm:presLayoutVars/>
      </dgm:prSet>
      <dgm:spPr/>
    </dgm:pt>
    <dgm:pt modelId="{9948C6A7-AD2A-409D-A0DA-65044A79BA9C}" type="pres">
      <dgm:prSet presAssocID="{555B47EA-5856-4561-BD11-60A30EFF7B2A}" presName="sibTrans" presStyleCnt="0"/>
      <dgm:spPr/>
    </dgm:pt>
    <dgm:pt modelId="{7FAB6BA1-C8F0-497D-B077-7532C646565F}" type="pres">
      <dgm:prSet presAssocID="{D6C5217C-D215-42D1-AEA9-4347545D4021}" presName="compNode" presStyleCnt="0"/>
      <dgm:spPr/>
    </dgm:pt>
    <dgm:pt modelId="{F4705DB5-111D-4838-A6C4-B44D36DC676E}" type="pres">
      <dgm:prSet presAssocID="{D6C5217C-D215-42D1-AEA9-4347545D4021}"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hat"/>
        </a:ext>
      </dgm:extLst>
    </dgm:pt>
    <dgm:pt modelId="{5D7F3213-A906-46BB-9B0A-F381A26EF81C}" type="pres">
      <dgm:prSet presAssocID="{D6C5217C-D215-42D1-AEA9-4347545D4021}" presName="iconSpace" presStyleCnt="0"/>
      <dgm:spPr/>
    </dgm:pt>
    <dgm:pt modelId="{3EA1FF34-5C47-4FED-8273-D8A6F0D1015E}" type="pres">
      <dgm:prSet presAssocID="{D6C5217C-D215-42D1-AEA9-4347545D4021}" presName="parTx" presStyleLbl="revTx" presStyleIdx="4" presStyleCnt="6">
        <dgm:presLayoutVars>
          <dgm:chMax val="0"/>
          <dgm:chPref val="0"/>
        </dgm:presLayoutVars>
      </dgm:prSet>
      <dgm:spPr/>
    </dgm:pt>
    <dgm:pt modelId="{7232ADDB-999E-4137-9C94-39104A75BB77}" type="pres">
      <dgm:prSet presAssocID="{D6C5217C-D215-42D1-AEA9-4347545D4021}" presName="txSpace" presStyleCnt="0"/>
      <dgm:spPr/>
    </dgm:pt>
    <dgm:pt modelId="{A2C2DA7E-F0AE-4B27-BA37-2D4A63454506}" type="pres">
      <dgm:prSet presAssocID="{D6C5217C-D215-42D1-AEA9-4347545D4021}" presName="desTx" presStyleLbl="revTx" presStyleIdx="5" presStyleCnt="6">
        <dgm:presLayoutVars/>
      </dgm:prSet>
      <dgm:spPr/>
    </dgm:pt>
  </dgm:ptLst>
  <dgm:cxnLst>
    <dgm:cxn modelId="{D0A99909-BA24-4412-80F7-3472A6161A47}" srcId="{88AE4EBD-E0CB-4F8C-85D3-2D0C98560A09}" destId="{FF1ACDD8-2E2A-4242-9CB6-B8552E2FE7D0}" srcOrd="0" destOrd="0" parTransId="{5BACBF5C-4287-4AD8-AE8C-018FF23AE10C}" sibTransId="{512A7046-5391-4E74-B3C7-8CF11E386201}"/>
    <dgm:cxn modelId="{20067B19-8475-426F-800F-F6CFFBD85229}" type="presOf" srcId="{CC46A444-37B5-496F-A340-1E44841C4264}" destId="{F1D2CAEE-7A5D-45B9-BA79-E92A17C1F818}" srcOrd="0" destOrd="1" presId="urn:microsoft.com/office/officeart/2018/2/layout/IconLabelDescriptionList"/>
    <dgm:cxn modelId="{3C7D4426-BAFD-4C2A-9D46-D935B4B3D7C8}" srcId="{D6C5217C-D215-42D1-AEA9-4347545D4021}" destId="{973169DD-E74C-4F01-9AB9-3A6A6918B584}" srcOrd="0" destOrd="0" parTransId="{FD66257B-942F-48FB-BFF3-12C39E47BB9E}" sibTransId="{1816A079-FB03-4A4E-A272-920D7312D12C}"/>
    <dgm:cxn modelId="{08646B65-1A31-4FDC-B6E1-547DE82F0190}" srcId="{88AE4EBD-E0CB-4F8C-85D3-2D0C98560A09}" destId="{CC46A444-37B5-496F-A340-1E44841C4264}" srcOrd="1" destOrd="0" parTransId="{F6E6B4DE-65E5-429B-84AE-5A17C6F48737}" sibTransId="{E32B763D-C828-416A-B4C7-8EF584036011}"/>
    <dgm:cxn modelId="{F9D8D04C-F2FF-4C27-9191-1742A870C3C4}" srcId="{1C63B700-BBC5-42F8-87AB-C87FF7CE4486}" destId="{B917E1A1-FBB9-4508-9508-D3488406090F}" srcOrd="1" destOrd="0" parTransId="{62498D5B-FD93-450A-983C-68ED1730AE83}" sibTransId="{43E95B70-ED44-4B1B-A9DB-6BD7B3770629}"/>
    <dgm:cxn modelId="{914FE371-D542-427E-AD30-7108D20ABC5A}" type="presOf" srcId="{5986ABF9-A243-44E5-9565-8CAB22E3442E}" destId="{7685426A-F6E3-4D2E-AF17-642D162DA69E}" srcOrd="0" destOrd="0" presId="urn:microsoft.com/office/officeart/2018/2/layout/IconLabelDescriptionList"/>
    <dgm:cxn modelId="{45242A85-062C-41E5-91C1-68A70BBB8912}" srcId="{5986ABF9-A243-44E5-9565-8CAB22E3442E}" destId="{D6C5217C-D215-42D1-AEA9-4347545D4021}" srcOrd="2" destOrd="0" parTransId="{62B826EB-03F4-46D0-BB89-43DE3BC967A0}" sibTransId="{A0F85EE3-A3F3-4460-A4CF-A8ACD05C7426}"/>
    <dgm:cxn modelId="{44A37E87-EC68-4223-A82C-29FE3DCD2B12}" srcId="{5986ABF9-A243-44E5-9565-8CAB22E3442E}" destId="{88AE4EBD-E0CB-4F8C-85D3-2D0C98560A09}" srcOrd="0" destOrd="0" parTransId="{FF166475-27EB-403E-AF0E-507DA687AD35}" sibTransId="{3BC5A8CB-0A4F-4D97-8A06-1A1EE8440AF5}"/>
    <dgm:cxn modelId="{C51F478B-20FB-4120-B780-8B3E90F73621}" type="presOf" srcId="{45407766-3CD6-4D5A-9645-2EBD28CE5ED9}" destId="{A2C2DA7E-F0AE-4B27-BA37-2D4A63454506}" srcOrd="0" destOrd="1" presId="urn:microsoft.com/office/officeart/2018/2/layout/IconLabelDescriptionList"/>
    <dgm:cxn modelId="{1B7B7A97-59F5-4E56-B5E9-346872B422D6}" type="presOf" srcId="{973169DD-E74C-4F01-9AB9-3A6A6918B584}" destId="{A2C2DA7E-F0AE-4B27-BA37-2D4A63454506}" srcOrd="0" destOrd="0" presId="urn:microsoft.com/office/officeart/2018/2/layout/IconLabelDescriptionList"/>
    <dgm:cxn modelId="{76BC76A0-08A6-4FCB-A476-C1114A4F44AE}" srcId="{1C63B700-BBC5-42F8-87AB-C87FF7CE4486}" destId="{08C28FE2-3CD1-49CE-BA17-7B4729A57A84}" srcOrd="0" destOrd="0" parTransId="{08D59022-4AEB-482D-B437-D2A0EA7D981E}" sibTransId="{D3BFCACA-F710-4BD4-AEE7-64448EEA86C2}"/>
    <dgm:cxn modelId="{B15CF3B7-4ED6-48EB-A349-375811D897CE}" type="presOf" srcId="{1C63B700-BBC5-42F8-87AB-C87FF7CE4486}" destId="{ECA495B3-7B07-4BB4-905C-125CBF1BE226}" srcOrd="0" destOrd="0" presId="urn:microsoft.com/office/officeart/2018/2/layout/IconLabelDescriptionList"/>
    <dgm:cxn modelId="{AB6C2EC9-44C7-40C0-BB8C-813FA0C4EEC1}" type="presOf" srcId="{D6C5217C-D215-42D1-AEA9-4347545D4021}" destId="{3EA1FF34-5C47-4FED-8273-D8A6F0D1015E}" srcOrd="0" destOrd="0" presId="urn:microsoft.com/office/officeart/2018/2/layout/IconLabelDescriptionList"/>
    <dgm:cxn modelId="{AB0267C9-91F7-42AC-B3F4-DF44408D1C0E}" type="presOf" srcId="{88AE4EBD-E0CB-4F8C-85D3-2D0C98560A09}" destId="{1BC6E348-96B4-4012-8D8F-802BC6A4B98F}" srcOrd="0" destOrd="0" presId="urn:microsoft.com/office/officeart/2018/2/layout/IconLabelDescriptionList"/>
    <dgm:cxn modelId="{0844BDCB-00CB-4185-9563-ACBBB20B98BB}" srcId="{D6C5217C-D215-42D1-AEA9-4347545D4021}" destId="{45407766-3CD6-4D5A-9645-2EBD28CE5ED9}" srcOrd="1" destOrd="0" parTransId="{069CD512-C1C5-4E2D-BE62-8C321D03788A}" sibTransId="{5501FDF9-13D6-4065-851B-6306E9126844}"/>
    <dgm:cxn modelId="{26CB6FD8-85FD-422D-8476-AF5D738F19CF}" type="presOf" srcId="{FF1ACDD8-2E2A-4242-9CB6-B8552E2FE7D0}" destId="{F1D2CAEE-7A5D-45B9-BA79-E92A17C1F818}" srcOrd="0" destOrd="0" presId="urn:microsoft.com/office/officeart/2018/2/layout/IconLabelDescriptionList"/>
    <dgm:cxn modelId="{BB1021E4-4DEF-4A15-A847-A7FA52A3B042}" srcId="{5986ABF9-A243-44E5-9565-8CAB22E3442E}" destId="{1C63B700-BBC5-42F8-87AB-C87FF7CE4486}" srcOrd="1" destOrd="0" parTransId="{E6022DD6-CD65-4EC1-9457-5D02FACE5556}" sibTransId="{555B47EA-5856-4561-BD11-60A30EFF7B2A}"/>
    <dgm:cxn modelId="{468C52ED-8288-4C4B-8634-5D475350A7AB}" type="presOf" srcId="{08C28FE2-3CD1-49CE-BA17-7B4729A57A84}" destId="{DE1F166F-D4C8-40B9-AF77-00F38BBD25CD}" srcOrd="0" destOrd="0" presId="urn:microsoft.com/office/officeart/2018/2/layout/IconLabelDescriptionList"/>
    <dgm:cxn modelId="{3CC40EFB-5EA1-4C32-8CC5-D930DA14412B}" type="presOf" srcId="{B917E1A1-FBB9-4508-9508-D3488406090F}" destId="{DE1F166F-D4C8-40B9-AF77-00F38BBD25CD}" srcOrd="0" destOrd="1" presId="urn:microsoft.com/office/officeart/2018/2/layout/IconLabelDescriptionList"/>
    <dgm:cxn modelId="{D2BFE4B8-4B98-416D-9C2C-0A832FC25A04}" type="presParOf" srcId="{7685426A-F6E3-4D2E-AF17-642D162DA69E}" destId="{4E4941CE-57AC-4B18-A9F8-1609B076FAB2}" srcOrd="0" destOrd="0" presId="urn:microsoft.com/office/officeart/2018/2/layout/IconLabelDescriptionList"/>
    <dgm:cxn modelId="{DF16F9A0-9C54-447C-B6C8-34B648A26B2E}" type="presParOf" srcId="{4E4941CE-57AC-4B18-A9F8-1609B076FAB2}" destId="{31D08018-DEF9-42EE-BA7E-FE6C811F20B8}" srcOrd="0" destOrd="0" presId="urn:microsoft.com/office/officeart/2018/2/layout/IconLabelDescriptionList"/>
    <dgm:cxn modelId="{24F8E408-F2F3-489F-BC2C-BE55877CCE4F}" type="presParOf" srcId="{4E4941CE-57AC-4B18-A9F8-1609B076FAB2}" destId="{2D289EF1-20FA-4637-81A9-940ED1C7FC64}" srcOrd="1" destOrd="0" presId="urn:microsoft.com/office/officeart/2018/2/layout/IconLabelDescriptionList"/>
    <dgm:cxn modelId="{1D542A73-3049-4C43-9426-27998023CAD0}" type="presParOf" srcId="{4E4941CE-57AC-4B18-A9F8-1609B076FAB2}" destId="{1BC6E348-96B4-4012-8D8F-802BC6A4B98F}" srcOrd="2" destOrd="0" presId="urn:microsoft.com/office/officeart/2018/2/layout/IconLabelDescriptionList"/>
    <dgm:cxn modelId="{7F52F185-6B7F-4D5C-A2FA-182481B00F0F}" type="presParOf" srcId="{4E4941CE-57AC-4B18-A9F8-1609B076FAB2}" destId="{01908EC0-0419-4C44-8808-5C43A3C503CB}" srcOrd="3" destOrd="0" presId="urn:microsoft.com/office/officeart/2018/2/layout/IconLabelDescriptionList"/>
    <dgm:cxn modelId="{3955A540-E5CF-4C22-859A-71344F12C296}" type="presParOf" srcId="{4E4941CE-57AC-4B18-A9F8-1609B076FAB2}" destId="{F1D2CAEE-7A5D-45B9-BA79-E92A17C1F818}" srcOrd="4" destOrd="0" presId="urn:microsoft.com/office/officeart/2018/2/layout/IconLabelDescriptionList"/>
    <dgm:cxn modelId="{6BD2E3FC-BA3A-427F-8277-4A400CA451F8}" type="presParOf" srcId="{7685426A-F6E3-4D2E-AF17-642D162DA69E}" destId="{3F57776C-B95E-4886-B4C3-E42CF9E096C3}" srcOrd="1" destOrd="0" presId="urn:microsoft.com/office/officeart/2018/2/layout/IconLabelDescriptionList"/>
    <dgm:cxn modelId="{901F5FD8-77B1-4D6E-B84A-E3BFB44B6E4E}" type="presParOf" srcId="{7685426A-F6E3-4D2E-AF17-642D162DA69E}" destId="{0AF1063B-F2E8-4FEB-9993-B1AA11F2DF00}" srcOrd="2" destOrd="0" presId="urn:microsoft.com/office/officeart/2018/2/layout/IconLabelDescriptionList"/>
    <dgm:cxn modelId="{7E90F9CA-D67B-40EF-8EF5-051C7954DCFA}" type="presParOf" srcId="{0AF1063B-F2E8-4FEB-9993-B1AA11F2DF00}" destId="{35DB9734-04FC-435F-A7A5-0B670F85C98A}" srcOrd="0" destOrd="0" presId="urn:microsoft.com/office/officeart/2018/2/layout/IconLabelDescriptionList"/>
    <dgm:cxn modelId="{E214C2F2-A249-4AA1-9465-12459D1BCC28}" type="presParOf" srcId="{0AF1063B-F2E8-4FEB-9993-B1AA11F2DF00}" destId="{4BBDC40B-95FF-4520-BDC1-4CE5F3A917AA}" srcOrd="1" destOrd="0" presId="urn:microsoft.com/office/officeart/2018/2/layout/IconLabelDescriptionList"/>
    <dgm:cxn modelId="{6AD1A491-7679-4BD3-937E-C0D4E5B656E5}" type="presParOf" srcId="{0AF1063B-F2E8-4FEB-9993-B1AA11F2DF00}" destId="{ECA495B3-7B07-4BB4-905C-125CBF1BE226}" srcOrd="2" destOrd="0" presId="urn:microsoft.com/office/officeart/2018/2/layout/IconLabelDescriptionList"/>
    <dgm:cxn modelId="{07E012D5-94BD-41DB-8685-AF9385298EF3}" type="presParOf" srcId="{0AF1063B-F2E8-4FEB-9993-B1AA11F2DF00}" destId="{43A8EAD7-E778-40CA-8C0D-A1D1851FABBE}" srcOrd="3" destOrd="0" presId="urn:microsoft.com/office/officeart/2018/2/layout/IconLabelDescriptionList"/>
    <dgm:cxn modelId="{F6680C78-A803-4BCF-8E7F-4233CBE3EC17}" type="presParOf" srcId="{0AF1063B-F2E8-4FEB-9993-B1AA11F2DF00}" destId="{DE1F166F-D4C8-40B9-AF77-00F38BBD25CD}" srcOrd="4" destOrd="0" presId="urn:microsoft.com/office/officeart/2018/2/layout/IconLabelDescriptionList"/>
    <dgm:cxn modelId="{82490B67-1BEE-4C2C-8491-51750D440384}" type="presParOf" srcId="{7685426A-F6E3-4D2E-AF17-642D162DA69E}" destId="{9948C6A7-AD2A-409D-A0DA-65044A79BA9C}" srcOrd="3" destOrd="0" presId="urn:microsoft.com/office/officeart/2018/2/layout/IconLabelDescriptionList"/>
    <dgm:cxn modelId="{8422BCA5-EDA6-4484-9F4C-5A49EEA046FE}" type="presParOf" srcId="{7685426A-F6E3-4D2E-AF17-642D162DA69E}" destId="{7FAB6BA1-C8F0-497D-B077-7532C646565F}" srcOrd="4" destOrd="0" presId="urn:microsoft.com/office/officeart/2018/2/layout/IconLabelDescriptionList"/>
    <dgm:cxn modelId="{E24F81D9-262C-45D2-88E0-ECFE55D782FA}" type="presParOf" srcId="{7FAB6BA1-C8F0-497D-B077-7532C646565F}" destId="{F4705DB5-111D-4838-A6C4-B44D36DC676E}" srcOrd="0" destOrd="0" presId="urn:microsoft.com/office/officeart/2018/2/layout/IconLabelDescriptionList"/>
    <dgm:cxn modelId="{515B0326-4EB4-482C-BACD-9291E4F1D7C7}" type="presParOf" srcId="{7FAB6BA1-C8F0-497D-B077-7532C646565F}" destId="{5D7F3213-A906-46BB-9B0A-F381A26EF81C}" srcOrd="1" destOrd="0" presId="urn:microsoft.com/office/officeart/2018/2/layout/IconLabelDescriptionList"/>
    <dgm:cxn modelId="{D243E055-9793-4ABA-825D-85440021F111}" type="presParOf" srcId="{7FAB6BA1-C8F0-497D-B077-7532C646565F}" destId="{3EA1FF34-5C47-4FED-8273-D8A6F0D1015E}" srcOrd="2" destOrd="0" presId="urn:microsoft.com/office/officeart/2018/2/layout/IconLabelDescriptionList"/>
    <dgm:cxn modelId="{74DF7D52-60AD-43D1-98C9-8494C8DBF238}" type="presParOf" srcId="{7FAB6BA1-C8F0-497D-B077-7532C646565F}" destId="{7232ADDB-999E-4137-9C94-39104A75BB77}" srcOrd="3" destOrd="0" presId="urn:microsoft.com/office/officeart/2018/2/layout/IconLabelDescriptionList"/>
    <dgm:cxn modelId="{94A1179B-678B-453B-9B7B-A417878DE40B}" type="presParOf" srcId="{7FAB6BA1-C8F0-497D-B077-7532C646565F}" destId="{A2C2DA7E-F0AE-4B27-BA37-2D4A63454506}"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45F1FB48-823C-4097-AF89-2572CC34D15D}" type="doc">
      <dgm:prSet loTypeId="urn:microsoft.com/office/officeart/2018/2/layout/IconLabelDescriptionList" loCatId="icon" qsTypeId="urn:microsoft.com/office/officeart/2005/8/quickstyle/simple1" qsCatId="simple" csTypeId="urn:microsoft.com/office/officeart/2005/8/colors/accent1_2" csCatId="accent1" phldr="1"/>
      <dgm:spPr/>
      <dgm:t>
        <a:bodyPr/>
        <a:lstStyle/>
        <a:p>
          <a:endParaRPr lang="en-US"/>
        </a:p>
      </dgm:t>
    </dgm:pt>
    <dgm:pt modelId="{C968EAC9-E5DE-47D4-AB4D-75BB8416E38D}">
      <dgm:prSet/>
      <dgm:spPr/>
      <dgm:t>
        <a:bodyPr/>
        <a:lstStyle/>
        <a:p>
          <a:pPr>
            <a:lnSpc>
              <a:spcPct val="100000"/>
            </a:lnSpc>
            <a:defRPr b="1"/>
          </a:pPr>
          <a:r>
            <a:rPr lang="en-IN" b="1"/>
            <a:t>Adaptive Learning Platforms</a:t>
          </a:r>
          <a:endParaRPr lang="en-US"/>
        </a:p>
      </dgm:t>
    </dgm:pt>
    <dgm:pt modelId="{963EA0B9-070D-4D21-B440-DDB91BEA8D09}" type="parTrans" cxnId="{1B337978-EEB4-428E-9F72-1CE01C2884A2}">
      <dgm:prSet/>
      <dgm:spPr/>
      <dgm:t>
        <a:bodyPr/>
        <a:lstStyle/>
        <a:p>
          <a:endParaRPr lang="en-US"/>
        </a:p>
      </dgm:t>
    </dgm:pt>
    <dgm:pt modelId="{720B275B-AF5A-4995-95B9-68374466BBB7}" type="sibTrans" cxnId="{1B337978-EEB4-428E-9F72-1CE01C2884A2}">
      <dgm:prSet/>
      <dgm:spPr/>
      <dgm:t>
        <a:bodyPr/>
        <a:lstStyle/>
        <a:p>
          <a:endParaRPr lang="en-US"/>
        </a:p>
      </dgm:t>
    </dgm:pt>
    <dgm:pt modelId="{E54E01AF-2E15-459E-B986-49463F7DABB5}">
      <dgm:prSet/>
      <dgm:spPr/>
      <dgm:t>
        <a:bodyPr/>
        <a:lstStyle/>
        <a:p>
          <a:pPr>
            <a:lnSpc>
              <a:spcPct val="100000"/>
            </a:lnSpc>
          </a:pPr>
          <a:r>
            <a:rPr lang="en-IN"/>
            <a:t>AI customizes learning paths</a:t>
          </a:r>
          <a:endParaRPr lang="en-US"/>
        </a:p>
      </dgm:t>
    </dgm:pt>
    <dgm:pt modelId="{139B4737-7147-4F42-A42F-26AD08073CEA}" type="parTrans" cxnId="{1A22F338-031F-49E7-9034-5FE8487C80AE}">
      <dgm:prSet/>
      <dgm:spPr/>
      <dgm:t>
        <a:bodyPr/>
        <a:lstStyle/>
        <a:p>
          <a:endParaRPr lang="en-US"/>
        </a:p>
      </dgm:t>
    </dgm:pt>
    <dgm:pt modelId="{2D295FC4-DC0B-4498-B2D3-72C47C93F68F}" type="sibTrans" cxnId="{1A22F338-031F-49E7-9034-5FE8487C80AE}">
      <dgm:prSet/>
      <dgm:spPr/>
      <dgm:t>
        <a:bodyPr/>
        <a:lstStyle/>
        <a:p>
          <a:endParaRPr lang="en-US"/>
        </a:p>
      </dgm:t>
    </dgm:pt>
    <dgm:pt modelId="{8F6B7331-5365-4CEB-A4F9-0732842E9AC8}">
      <dgm:prSet/>
      <dgm:spPr/>
      <dgm:t>
        <a:bodyPr/>
        <a:lstStyle/>
        <a:p>
          <a:pPr>
            <a:lnSpc>
              <a:spcPct val="100000"/>
            </a:lnSpc>
          </a:pPr>
          <a:r>
            <a:rPr lang="en-IN"/>
            <a:t>Boosts student engagement</a:t>
          </a:r>
          <a:endParaRPr lang="en-US"/>
        </a:p>
      </dgm:t>
    </dgm:pt>
    <dgm:pt modelId="{EF518008-1788-4C4C-AB96-B98DD86A49A6}" type="parTrans" cxnId="{54059778-B01A-4187-BF48-ED70EB4386A7}">
      <dgm:prSet/>
      <dgm:spPr/>
      <dgm:t>
        <a:bodyPr/>
        <a:lstStyle/>
        <a:p>
          <a:endParaRPr lang="en-US"/>
        </a:p>
      </dgm:t>
    </dgm:pt>
    <dgm:pt modelId="{70325F2A-E67A-4F02-BA39-62E604955E8C}" type="sibTrans" cxnId="{54059778-B01A-4187-BF48-ED70EB4386A7}">
      <dgm:prSet/>
      <dgm:spPr/>
      <dgm:t>
        <a:bodyPr/>
        <a:lstStyle/>
        <a:p>
          <a:endParaRPr lang="en-US"/>
        </a:p>
      </dgm:t>
    </dgm:pt>
    <dgm:pt modelId="{E34CC612-CCE4-4999-92CF-A9B587AD1216}">
      <dgm:prSet/>
      <dgm:spPr/>
      <dgm:t>
        <a:bodyPr/>
        <a:lstStyle/>
        <a:p>
          <a:pPr>
            <a:lnSpc>
              <a:spcPct val="100000"/>
            </a:lnSpc>
            <a:defRPr b="1"/>
          </a:pPr>
          <a:r>
            <a:rPr lang="en-IN" b="1"/>
            <a:t>Dropout Prediction</a:t>
          </a:r>
          <a:endParaRPr lang="en-US"/>
        </a:p>
      </dgm:t>
    </dgm:pt>
    <dgm:pt modelId="{BC039650-C27E-4891-B624-C6717D5EC0BF}" type="parTrans" cxnId="{413D777E-5270-499A-B28E-CCE27EC368FD}">
      <dgm:prSet/>
      <dgm:spPr/>
      <dgm:t>
        <a:bodyPr/>
        <a:lstStyle/>
        <a:p>
          <a:endParaRPr lang="en-US"/>
        </a:p>
      </dgm:t>
    </dgm:pt>
    <dgm:pt modelId="{DA073805-F8C8-4FE1-B5E4-88AA32A70AA3}" type="sibTrans" cxnId="{413D777E-5270-499A-B28E-CCE27EC368FD}">
      <dgm:prSet/>
      <dgm:spPr/>
      <dgm:t>
        <a:bodyPr/>
        <a:lstStyle/>
        <a:p>
          <a:endParaRPr lang="en-US"/>
        </a:p>
      </dgm:t>
    </dgm:pt>
    <dgm:pt modelId="{C09B160C-1166-4F8A-AADD-423E26A68A1D}">
      <dgm:prSet/>
      <dgm:spPr/>
      <dgm:t>
        <a:bodyPr/>
        <a:lstStyle/>
        <a:p>
          <a:pPr>
            <a:lnSpc>
              <a:spcPct val="100000"/>
            </a:lnSpc>
          </a:pPr>
          <a:r>
            <a:rPr lang="en-IN"/>
            <a:t>Analyses attendance &amp; performance</a:t>
          </a:r>
          <a:endParaRPr lang="en-US"/>
        </a:p>
      </dgm:t>
    </dgm:pt>
    <dgm:pt modelId="{B982CEBB-2FCD-42E6-8236-E97C426F16C0}" type="parTrans" cxnId="{DE5BD0F4-2020-470B-A530-C0261C4C5058}">
      <dgm:prSet/>
      <dgm:spPr/>
      <dgm:t>
        <a:bodyPr/>
        <a:lstStyle/>
        <a:p>
          <a:endParaRPr lang="en-US"/>
        </a:p>
      </dgm:t>
    </dgm:pt>
    <dgm:pt modelId="{5ED9BC21-B68E-42E6-9E5E-0A76DA522A92}" type="sibTrans" cxnId="{DE5BD0F4-2020-470B-A530-C0261C4C5058}">
      <dgm:prSet/>
      <dgm:spPr/>
      <dgm:t>
        <a:bodyPr/>
        <a:lstStyle/>
        <a:p>
          <a:endParaRPr lang="en-US"/>
        </a:p>
      </dgm:t>
    </dgm:pt>
    <dgm:pt modelId="{5C489EF7-201F-4E0F-83FE-0EFC7E0AE9B8}">
      <dgm:prSet/>
      <dgm:spPr/>
      <dgm:t>
        <a:bodyPr/>
        <a:lstStyle/>
        <a:p>
          <a:pPr>
            <a:lnSpc>
              <a:spcPct val="100000"/>
            </a:lnSpc>
          </a:pPr>
          <a:r>
            <a:rPr lang="en-IN"/>
            <a:t>Enables early intervention</a:t>
          </a:r>
          <a:endParaRPr lang="en-US"/>
        </a:p>
      </dgm:t>
    </dgm:pt>
    <dgm:pt modelId="{EB2F489A-EBA7-4732-8A3B-0193E1DF1ADA}" type="parTrans" cxnId="{E150CA51-CCB8-414A-B2DB-A91D14A8FAF0}">
      <dgm:prSet/>
      <dgm:spPr/>
      <dgm:t>
        <a:bodyPr/>
        <a:lstStyle/>
        <a:p>
          <a:endParaRPr lang="en-US"/>
        </a:p>
      </dgm:t>
    </dgm:pt>
    <dgm:pt modelId="{8F746DF3-7F28-4000-9840-A842A354CF45}" type="sibTrans" cxnId="{E150CA51-CCB8-414A-B2DB-A91D14A8FAF0}">
      <dgm:prSet/>
      <dgm:spPr/>
      <dgm:t>
        <a:bodyPr/>
        <a:lstStyle/>
        <a:p>
          <a:endParaRPr lang="en-US"/>
        </a:p>
      </dgm:t>
    </dgm:pt>
    <dgm:pt modelId="{D343255E-016F-4A48-908C-A3B57DE3E94F}">
      <dgm:prSet/>
      <dgm:spPr/>
      <dgm:t>
        <a:bodyPr/>
        <a:lstStyle/>
        <a:p>
          <a:pPr>
            <a:lnSpc>
              <a:spcPct val="100000"/>
            </a:lnSpc>
            <a:defRPr b="1"/>
          </a:pPr>
          <a:r>
            <a:rPr lang="en-IN" b="1"/>
            <a:t>Personalized Tutoring</a:t>
          </a:r>
          <a:endParaRPr lang="en-US"/>
        </a:p>
      </dgm:t>
    </dgm:pt>
    <dgm:pt modelId="{EB43B160-5703-4241-A8F2-3F42F090E2E8}" type="parTrans" cxnId="{AD10DE7E-DA37-498D-B5C3-7326FA04428F}">
      <dgm:prSet/>
      <dgm:spPr/>
      <dgm:t>
        <a:bodyPr/>
        <a:lstStyle/>
        <a:p>
          <a:endParaRPr lang="en-US"/>
        </a:p>
      </dgm:t>
    </dgm:pt>
    <dgm:pt modelId="{5D0F4A7C-FA1D-4303-BAA6-9CF54AFF007A}" type="sibTrans" cxnId="{AD10DE7E-DA37-498D-B5C3-7326FA04428F}">
      <dgm:prSet/>
      <dgm:spPr/>
      <dgm:t>
        <a:bodyPr/>
        <a:lstStyle/>
        <a:p>
          <a:endParaRPr lang="en-US"/>
        </a:p>
      </dgm:t>
    </dgm:pt>
    <dgm:pt modelId="{EC62F28D-5A8F-4575-95B2-B4356F17C0E3}">
      <dgm:prSet/>
      <dgm:spPr/>
      <dgm:t>
        <a:bodyPr/>
        <a:lstStyle/>
        <a:p>
          <a:pPr>
            <a:lnSpc>
              <a:spcPct val="100000"/>
            </a:lnSpc>
          </a:pPr>
          <a:r>
            <a:rPr lang="en-IN"/>
            <a:t>Recommends study materials based on learning patterns</a:t>
          </a:r>
          <a:endParaRPr lang="en-US"/>
        </a:p>
      </dgm:t>
    </dgm:pt>
    <dgm:pt modelId="{88B55C44-1569-41B7-8AF7-99C180CFA0DE}" type="parTrans" cxnId="{22C7FC2B-5001-48C2-A161-460A99597118}">
      <dgm:prSet/>
      <dgm:spPr/>
      <dgm:t>
        <a:bodyPr/>
        <a:lstStyle/>
        <a:p>
          <a:endParaRPr lang="en-US"/>
        </a:p>
      </dgm:t>
    </dgm:pt>
    <dgm:pt modelId="{AE7FCFD0-9457-4BC9-A163-17D4835E11B4}" type="sibTrans" cxnId="{22C7FC2B-5001-48C2-A161-460A99597118}">
      <dgm:prSet/>
      <dgm:spPr/>
      <dgm:t>
        <a:bodyPr/>
        <a:lstStyle/>
        <a:p>
          <a:endParaRPr lang="en-US"/>
        </a:p>
      </dgm:t>
    </dgm:pt>
    <dgm:pt modelId="{83E64CD8-5630-4328-ABDA-342297714F35}">
      <dgm:prSet/>
      <dgm:spPr/>
      <dgm:t>
        <a:bodyPr/>
        <a:lstStyle/>
        <a:p>
          <a:pPr>
            <a:lnSpc>
              <a:spcPct val="100000"/>
            </a:lnSpc>
          </a:pPr>
          <a:r>
            <a:rPr lang="en-IN"/>
            <a:t>Improves academic outcomes</a:t>
          </a:r>
          <a:endParaRPr lang="en-US"/>
        </a:p>
      </dgm:t>
    </dgm:pt>
    <dgm:pt modelId="{8A6E95F0-70E7-4460-9DE5-98A57585B2E8}" type="parTrans" cxnId="{C926E30A-6FC9-400A-A143-7ED80450016C}">
      <dgm:prSet/>
      <dgm:spPr/>
      <dgm:t>
        <a:bodyPr/>
        <a:lstStyle/>
        <a:p>
          <a:endParaRPr lang="en-US"/>
        </a:p>
      </dgm:t>
    </dgm:pt>
    <dgm:pt modelId="{6A70E50B-03A5-4B6D-A235-6FEC64D2B88B}" type="sibTrans" cxnId="{C926E30A-6FC9-400A-A143-7ED80450016C}">
      <dgm:prSet/>
      <dgm:spPr/>
      <dgm:t>
        <a:bodyPr/>
        <a:lstStyle/>
        <a:p>
          <a:endParaRPr lang="en-US"/>
        </a:p>
      </dgm:t>
    </dgm:pt>
    <dgm:pt modelId="{A57767F7-16C2-488C-A86C-7812C6AF0AAB}" type="pres">
      <dgm:prSet presAssocID="{45F1FB48-823C-4097-AF89-2572CC34D15D}" presName="root" presStyleCnt="0">
        <dgm:presLayoutVars>
          <dgm:dir/>
          <dgm:resizeHandles val="exact"/>
        </dgm:presLayoutVars>
      </dgm:prSet>
      <dgm:spPr/>
    </dgm:pt>
    <dgm:pt modelId="{9C7D72DB-E3D8-41F6-AD1F-C750E6212C0F}" type="pres">
      <dgm:prSet presAssocID="{C968EAC9-E5DE-47D4-AB4D-75BB8416E38D}" presName="compNode" presStyleCnt="0"/>
      <dgm:spPr/>
    </dgm:pt>
    <dgm:pt modelId="{95498098-E424-40A0-9149-5C045A553D6C}" type="pres">
      <dgm:prSet presAssocID="{C968EAC9-E5DE-47D4-AB4D-75BB8416E38D}"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ead with Gears"/>
        </a:ext>
      </dgm:extLst>
    </dgm:pt>
    <dgm:pt modelId="{0E60C26E-97EA-4EF5-8301-413612FB1259}" type="pres">
      <dgm:prSet presAssocID="{C968EAC9-E5DE-47D4-AB4D-75BB8416E38D}" presName="iconSpace" presStyleCnt="0"/>
      <dgm:spPr/>
    </dgm:pt>
    <dgm:pt modelId="{614C2A2E-6A3A-4DD1-B075-AEA9530B175C}" type="pres">
      <dgm:prSet presAssocID="{C968EAC9-E5DE-47D4-AB4D-75BB8416E38D}" presName="parTx" presStyleLbl="revTx" presStyleIdx="0" presStyleCnt="6">
        <dgm:presLayoutVars>
          <dgm:chMax val="0"/>
          <dgm:chPref val="0"/>
        </dgm:presLayoutVars>
      </dgm:prSet>
      <dgm:spPr/>
    </dgm:pt>
    <dgm:pt modelId="{01758459-0FBD-4F36-9410-DDA90E0F711A}" type="pres">
      <dgm:prSet presAssocID="{C968EAC9-E5DE-47D4-AB4D-75BB8416E38D}" presName="txSpace" presStyleCnt="0"/>
      <dgm:spPr/>
    </dgm:pt>
    <dgm:pt modelId="{C35A21EE-4C6C-4756-B582-2AE4389E91DB}" type="pres">
      <dgm:prSet presAssocID="{C968EAC9-E5DE-47D4-AB4D-75BB8416E38D}" presName="desTx" presStyleLbl="revTx" presStyleIdx="1" presStyleCnt="6">
        <dgm:presLayoutVars/>
      </dgm:prSet>
      <dgm:spPr/>
    </dgm:pt>
    <dgm:pt modelId="{894B850A-88B1-4985-90D3-3F0CB1511EA4}" type="pres">
      <dgm:prSet presAssocID="{720B275B-AF5A-4995-95B9-68374466BBB7}" presName="sibTrans" presStyleCnt="0"/>
      <dgm:spPr/>
    </dgm:pt>
    <dgm:pt modelId="{564757C4-EA3C-456C-9399-F0E730DEB675}" type="pres">
      <dgm:prSet presAssocID="{E34CC612-CCE4-4999-92CF-A9B587AD1216}" presName="compNode" presStyleCnt="0"/>
      <dgm:spPr/>
    </dgm:pt>
    <dgm:pt modelId="{6AECF7B8-438E-49D5-8A98-6782026D2FF4}" type="pres">
      <dgm:prSet presAssocID="{E34CC612-CCE4-4999-92CF-A9B587AD1216}"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ar chart"/>
        </a:ext>
      </dgm:extLst>
    </dgm:pt>
    <dgm:pt modelId="{74122ECF-B7C1-4605-A335-DF456C12DB63}" type="pres">
      <dgm:prSet presAssocID="{E34CC612-CCE4-4999-92CF-A9B587AD1216}" presName="iconSpace" presStyleCnt="0"/>
      <dgm:spPr/>
    </dgm:pt>
    <dgm:pt modelId="{B2AF49DD-320E-412C-9364-2B8595787B64}" type="pres">
      <dgm:prSet presAssocID="{E34CC612-CCE4-4999-92CF-A9B587AD1216}" presName="parTx" presStyleLbl="revTx" presStyleIdx="2" presStyleCnt="6">
        <dgm:presLayoutVars>
          <dgm:chMax val="0"/>
          <dgm:chPref val="0"/>
        </dgm:presLayoutVars>
      </dgm:prSet>
      <dgm:spPr/>
    </dgm:pt>
    <dgm:pt modelId="{BDF9C8DB-F8B0-4735-B987-F932F0D99B99}" type="pres">
      <dgm:prSet presAssocID="{E34CC612-CCE4-4999-92CF-A9B587AD1216}" presName="txSpace" presStyleCnt="0"/>
      <dgm:spPr/>
    </dgm:pt>
    <dgm:pt modelId="{09F79706-D85E-44DE-AAAB-04BAA2C48344}" type="pres">
      <dgm:prSet presAssocID="{E34CC612-CCE4-4999-92CF-A9B587AD1216}" presName="desTx" presStyleLbl="revTx" presStyleIdx="3" presStyleCnt="6">
        <dgm:presLayoutVars/>
      </dgm:prSet>
      <dgm:spPr/>
    </dgm:pt>
    <dgm:pt modelId="{5FE20FDF-E677-4D32-B2E1-CB1C5EA0C7EC}" type="pres">
      <dgm:prSet presAssocID="{DA073805-F8C8-4FE1-B5E4-88AA32A70AA3}" presName="sibTrans" presStyleCnt="0"/>
      <dgm:spPr/>
    </dgm:pt>
    <dgm:pt modelId="{E1FDC48C-E1E0-4F04-B6DF-466C0D418AA7}" type="pres">
      <dgm:prSet presAssocID="{D343255E-016F-4A48-908C-A3B57DE3E94F}" presName="compNode" presStyleCnt="0"/>
      <dgm:spPr/>
    </dgm:pt>
    <dgm:pt modelId="{D05EEE18-E0F7-4CD2-9BE4-D03C36E85721}" type="pres">
      <dgm:prSet presAssocID="{D343255E-016F-4A48-908C-A3B57DE3E94F}"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Books"/>
        </a:ext>
      </dgm:extLst>
    </dgm:pt>
    <dgm:pt modelId="{EE920CF6-962F-4D9D-93FD-EA3F46E0A0FE}" type="pres">
      <dgm:prSet presAssocID="{D343255E-016F-4A48-908C-A3B57DE3E94F}" presName="iconSpace" presStyleCnt="0"/>
      <dgm:spPr/>
    </dgm:pt>
    <dgm:pt modelId="{5A87A661-FB95-4376-94F0-4988682CA38C}" type="pres">
      <dgm:prSet presAssocID="{D343255E-016F-4A48-908C-A3B57DE3E94F}" presName="parTx" presStyleLbl="revTx" presStyleIdx="4" presStyleCnt="6">
        <dgm:presLayoutVars>
          <dgm:chMax val="0"/>
          <dgm:chPref val="0"/>
        </dgm:presLayoutVars>
      </dgm:prSet>
      <dgm:spPr/>
    </dgm:pt>
    <dgm:pt modelId="{0637873A-595C-4C44-AB06-F6DF21544BDD}" type="pres">
      <dgm:prSet presAssocID="{D343255E-016F-4A48-908C-A3B57DE3E94F}" presName="txSpace" presStyleCnt="0"/>
      <dgm:spPr/>
    </dgm:pt>
    <dgm:pt modelId="{E9D100D9-D01C-4FF7-A4E3-C4AEF6966DC0}" type="pres">
      <dgm:prSet presAssocID="{D343255E-016F-4A48-908C-A3B57DE3E94F}" presName="desTx" presStyleLbl="revTx" presStyleIdx="5" presStyleCnt="6">
        <dgm:presLayoutVars/>
      </dgm:prSet>
      <dgm:spPr/>
    </dgm:pt>
  </dgm:ptLst>
  <dgm:cxnLst>
    <dgm:cxn modelId="{9E50CF06-C379-4154-9109-D94AC5BBC849}" type="presOf" srcId="{E34CC612-CCE4-4999-92CF-A9B587AD1216}" destId="{B2AF49DD-320E-412C-9364-2B8595787B64}" srcOrd="0" destOrd="0" presId="urn:microsoft.com/office/officeart/2018/2/layout/IconLabelDescriptionList"/>
    <dgm:cxn modelId="{C926E30A-6FC9-400A-A143-7ED80450016C}" srcId="{D343255E-016F-4A48-908C-A3B57DE3E94F}" destId="{83E64CD8-5630-4328-ABDA-342297714F35}" srcOrd="1" destOrd="0" parTransId="{8A6E95F0-70E7-4460-9DE5-98A57585B2E8}" sibTransId="{6A70E50B-03A5-4B6D-A235-6FEC64D2B88B}"/>
    <dgm:cxn modelId="{20201B2B-F18D-40C4-BB8A-D493F8922936}" type="presOf" srcId="{8F6B7331-5365-4CEB-A4F9-0732842E9AC8}" destId="{C35A21EE-4C6C-4756-B582-2AE4389E91DB}" srcOrd="0" destOrd="1" presId="urn:microsoft.com/office/officeart/2018/2/layout/IconLabelDescriptionList"/>
    <dgm:cxn modelId="{22C7FC2B-5001-48C2-A161-460A99597118}" srcId="{D343255E-016F-4A48-908C-A3B57DE3E94F}" destId="{EC62F28D-5A8F-4575-95B2-B4356F17C0E3}" srcOrd="0" destOrd="0" parTransId="{88B55C44-1569-41B7-8AF7-99C180CFA0DE}" sibTransId="{AE7FCFD0-9457-4BC9-A163-17D4835E11B4}"/>
    <dgm:cxn modelId="{FE6F532E-434F-4A82-B43C-4D972D1DE584}" type="presOf" srcId="{83E64CD8-5630-4328-ABDA-342297714F35}" destId="{E9D100D9-D01C-4FF7-A4E3-C4AEF6966DC0}" srcOrd="0" destOrd="1" presId="urn:microsoft.com/office/officeart/2018/2/layout/IconLabelDescriptionList"/>
    <dgm:cxn modelId="{1A22F338-031F-49E7-9034-5FE8487C80AE}" srcId="{C968EAC9-E5DE-47D4-AB4D-75BB8416E38D}" destId="{E54E01AF-2E15-459E-B986-49463F7DABB5}" srcOrd="0" destOrd="0" parTransId="{139B4737-7147-4F42-A42F-26AD08073CEA}" sibTransId="{2D295FC4-DC0B-4498-B2D3-72C47C93F68F}"/>
    <dgm:cxn modelId="{A734C45B-0610-4803-8A03-EA0856E407C6}" type="presOf" srcId="{5C489EF7-201F-4E0F-83FE-0EFC7E0AE9B8}" destId="{09F79706-D85E-44DE-AAAB-04BAA2C48344}" srcOrd="0" destOrd="1" presId="urn:microsoft.com/office/officeart/2018/2/layout/IconLabelDescriptionList"/>
    <dgm:cxn modelId="{F5739347-FBF1-4B78-9F83-BEDB1E41248D}" type="presOf" srcId="{EC62F28D-5A8F-4575-95B2-B4356F17C0E3}" destId="{E9D100D9-D01C-4FF7-A4E3-C4AEF6966DC0}" srcOrd="0" destOrd="0" presId="urn:microsoft.com/office/officeart/2018/2/layout/IconLabelDescriptionList"/>
    <dgm:cxn modelId="{E150CA51-CCB8-414A-B2DB-A91D14A8FAF0}" srcId="{E34CC612-CCE4-4999-92CF-A9B587AD1216}" destId="{5C489EF7-201F-4E0F-83FE-0EFC7E0AE9B8}" srcOrd="1" destOrd="0" parTransId="{EB2F489A-EBA7-4732-8A3B-0193E1DF1ADA}" sibTransId="{8F746DF3-7F28-4000-9840-A842A354CF45}"/>
    <dgm:cxn modelId="{1B337978-EEB4-428E-9F72-1CE01C2884A2}" srcId="{45F1FB48-823C-4097-AF89-2572CC34D15D}" destId="{C968EAC9-E5DE-47D4-AB4D-75BB8416E38D}" srcOrd="0" destOrd="0" parTransId="{963EA0B9-070D-4D21-B440-DDB91BEA8D09}" sibTransId="{720B275B-AF5A-4995-95B9-68374466BBB7}"/>
    <dgm:cxn modelId="{54059778-B01A-4187-BF48-ED70EB4386A7}" srcId="{C968EAC9-E5DE-47D4-AB4D-75BB8416E38D}" destId="{8F6B7331-5365-4CEB-A4F9-0732842E9AC8}" srcOrd="1" destOrd="0" parTransId="{EF518008-1788-4C4C-AB96-B98DD86A49A6}" sibTransId="{70325F2A-E67A-4F02-BA39-62E604955E8C}"/>
    <dgm:cxn modelId="{93A3A279-C8F4-4861-A366-C60D3938A856}" type="presOf" srcId="{45F1FB48-823C-4097-AF89-2572CC34D15D}" destId="{A57767F7-16C2-488C-A86C-7812C6AF0AAB}" srcOrd="0" destOrd="0" presId="urn:microsoft.com/office/officeart/2018/2/layout/IconLabelDescriptionList"/>
    <dgm:cxn modelId="{413D777E-5270-499A-B28E-CCE27EC368FD}" srcId="{45F1FB48-823C-4097-AF89-2572CC34D15D}" destId="{E34CC612-CCE4-4999-92CF-A9B587AD1216}" srcOrd="1" destOrd="0" parTransId="{BC039650-C27E-4891-B624-C6717D5EC0BF}" sibTransId="{DA073805-F8C8-4FE1-B5E4-88AA32A70AA3}"/>
    <dgm:cxn modelId="{AD10DE7E-DA37-498D-B5C3-7326FA04428F}" srcId="{45F1FB48-823C-4097-AF89-2572CC34D15D}" destId="{D343255E-016F-4A48-908C-A3B57DE3E94F}" srcOrd="2" destOrd="0" parTransId="{EB43B160-5703-4241-A8F2-3F42F090E2E8}" sibTransId="{5D0F4A7C-FA1D-4303-BAA6-9CF54AFF007A}"/>
    <dgm:cxn modelId="{5B0D2191-06FE-44BD-9A1B-BFF299EEDA54}" type="presOf" srcId="{E54E01AF-2E15-459E-B986-49463F7DABB5}" destId="{C35A21EE-4C6C-4756-B582-2AE4389E91DB}" srcOrd="0" destOrd="0" presId="urn:microsoft.com/office/officeart/2018/2/layout/IconLabelDescriptionList"/>
    <dgm:cxn modelId="{ECC35ADD-0768-4C9F-AA6E-CF90F1C753AF}" type="presOf" srcId="{C09B160C-1166-4F8A-AADD-423E26A68A1D}" destId="{09F79706-D85E-44DE-AAAB-04BAA2C48344}" srcOrd="0" destOrd="0" presId="urn:microsoft.com/office/officeart/2018/2/layout/IconLabelDescriptionList"/>
    <dgm:cxn modelId="{215DE6EF-FA91-47C7-9BAE-0A45D879ADCB}" type="presOf" srcId="{C968EAC9-E5DE-47D4-AB4D-75BB8416E38D}" destId="{614C2A2E-6A3A-4DD1-B075-AEA9530B175C}" srcOrd="0" destOrd="0" presId="urn:microsoft.com/office/officeart/2018/2/layout/IconLabelDescriptionList"/>
    <dgm:cxn modelId="{DE5BD0F4-2020-470B-A530-C0261C4C5058}" srcId="{E34CC612-CCE4-4999-92CF-A9B587AD1216}" destId="{C09B160C-1166-4F8A-AADD-423E26A68A1D}" srcOrd="0" destOrd="0" parTransId="{B982CEBB-2FCD-42E6-8236-E97C426F16C0}" sibTransId="{5ED9BC21-B68E-42E6-9E5E-0A76DA522A92}"/>
    <dgm:cxn modelId="{132BDDFA-0505-449C-BE24-4DC1B59C6469}" type="presOf" srcId="{D343255E-016F-4A48-908C-A3B57DE3E94F}" destId="{5A87A661-FB95-4376-94F0-4988682CA38C}" srcOrd="0" destOrd="0" presId="urn:microsoft.com/office/officeart/2018/2/layout/IconLabelDescriptionList"/>
    <dgm:cxn modelId="{AE303995-C5FC-49AD-BBFF-F0C4C9BFEE3D}" type="presParOf" srcId="{A57767F7-16C2-488C-A86C-7812C6AF0AAB}" destId="{9C7D72DB-E3D8-41F6-AD1F-C750E6212C0F}" srcOrd="0" destOrd="0" presId="urn:microsoft.com/office/officeart/2018/2/layout/IconLabelDescriptionList"/>
    <dgm:cxn modelId="{14FB5C12-E8AB-4305-BAA8-BD24F8C03BF3}" type="presParOf" srcId="{9C7D72DB-E3D8-41F6-AD1F-C750E6212C0F}" destId="{95498098-E424-40A0-9149-5C045A553D6C}" srcOrd="0" destOrd="0" presId="urn:microsoft.com/office/officeart/2018/2/layout/IconLabelDescriptionList"/>
    <dgm:cxn modelId="{9A7E863D-BDB2-45B5-A487-1DE7FB0BC9BE}" type="presParOf" srcId="{9C7D72DB-E3D8-41F6-AD1F-C750E6212C0F}" destId="{0E60C26E-97EA-4EF5-8301-413612FB1259}" srcOrd="1" destOrd="0" presId="urn:microsoft.com/office/officeart/2018/2/layout/IconLabelDescriptionList"/>
    <dgm:cxn modelId="{C3069884-4E74-4EEA-9845-09DB0555356F}" type="presParOf" srcId="{9C7D72DB-E3D8-41F6-AD1F-C750E6212C0F}" destId="{614C2A2E-6A3A-4DD1-B075-AEA9530B175C}" srcOrd="2" destOrd="0" presId="urn:microsoft.com/office/officeart/2018/2/layout/IconLabelDescriptionList"/>
    <dgm:cxn modelId="{5FF58352-26DC-4E4E-BFF3-B9CB542D1042}" type="presParOf" srcId="{9C7D72DB-E3D8-41F6-AD1F-C750E6212C0F}" destId="{01758459-0FBD-4F36-9410-DDA90E0F711A}" srcOrd="3" destOrd="0" presId="urn:microsoft.com/office/officeart/2018/2/layout/IconLabelDescriptionList"/>
    <dgm:cxn modelId="{9B2B8F33-CD7B-433A-8C86-21A9BF1DFE48}" type="presParOf" srcId="{9C7D72DB-E3D8-41F6-AD1F-C750E6212C0F}" destId="{C35A21EE-4C6C-4756-B582-2AE4389E91DB}" srcOrd="4" destOrd="0" presId="urn:microsoft.com/office/officeart/2018/2/layout/IconLabelDescriptionList"/>
    <dgm:cxn modelId="{F5A3E034-B8FE-46CF-A444-CC6DFB89BBFE}" type="presParOf" srcId="{A57767F7-16C2-488C-A86C-7812C6AF0AAB}" destId="{894B850A-88B1-4985-90D3-3F0CB1511EA4}" srcOrd="1" destOrd="0" presId="urn:microsoft.com/office/officeart/2018/2/layout/IconLabelDescriptionList"/>
    <dgm:cxn modelId="{C2A313F5-D15B-4635-817F-9AD3481D8A0A}" type="presParOf" srcId="{A57767F7-16C2-488C-A86C-7812C6AF0AAB}" destId="{564757C4-EA3C-456C-9399-F0E730DEB675}" srcOrd="2" destOrd="0" presId="urn:microsoft.com/office/officeart/2018/2/layout/IconLabelDescriptionList"/>
    <dgm:cxn modelId="{1DF3DEA2-5094-4A10-A0DA-6EE74EA5F4FC}" type="presParOf" srcId="{564757C4-EA3C-456C-9399-F0E730DEB675}" destId="{6AECF7B8-438E-49D5-8A98-6782026D2FF4}" srcOrd="0" destOrd="0" presId="urn:microsoft.com/office/officeart/2018/2/layout/IconLabelDescriptionList"/>
    <dgm:cxn modelId="{07B8DA37-5C5A-4B2C-80D8-D93F65A89697}" type="presParOf" srcId="{564757C4-EA3C-456C-9399-F0E730DEB675}" destId="{74122ECF-B7C1-4605-A335-DF456C12DB63}" srcOrd="1" destOrd="0" presId="urn:microsoft.com/office/officeart/2018/2/layout/IconLabelDescriptionList"/>
    <dgm:cxn modelId="{67EA6DB4-EC0A-49EB-9E43-BE77A4F64F53}" type="presParOf" srcId="{564757C4-EA3C-456C-9399-F0E730DEB675}" destId="{B2AF49DD-320E-412C-9364-2B8595787B64}" srcOrd="2" destOrd="0" presId="urn:microsoft.com/office/officeart/2018/2/layout/IconLabelDescriptionList"/>
    <dgm:cxn modelId="{E12DAE33-7D45-42FA-9BD7-A6057D20F3F3}" type="presParOf" srcId="{564757C4-EA3C-456C-9399-F0E730DEB675}" destId="{BDF9C8DB-F8B0-4735-B987-F932F0D99B99}" srcOrd="3" destOrd="0" presId="urn:microsoft.com/office/officeart/2018/2/layout/IconLabelDescriptionList"/>
    <dgm:cxn modelId="{87A208F3-EF82-4871-91E9-200E7961D298}" type="presParOf" srcId="{564757C4-EA3C-456C-9399-F0E730DEB675}" destId="{09F79706-D85E-44DE-AAAB-04BAA2C48344}" srcOrd="4" destOrd="0" presId="urn:microsoft.com/office/officeart/2018/2/layout/IconLabelDescriptionList"/>
    <dgm:cxn modelId="{2D9955E1-A074-4FF3-92FA-9B329E1A3C4D}" type="presParOf" srcId="{A57767F7-16C2-488C-A86C-7812C6AF0AAB}" destId="{5FE20FDF-E677-4D32-B2E1-CB1C5EA0C7EC}" srcOrd="3" destOrd="0" presId="urn:microsoft.com/office/officeart/2018/2/layout/IconLabelDescriptionList"/>
    <dgm:cxn modelId="{7EF3FE5B-10D7-46A4-B999-28884363C23F}" type="presParOf" srcId="{A57767F7-16C2-488C-A86C-7812C6AF0AAB}" destId="{E1FDC48C-E1E0-4F04-B6DF-466C0D418AA7}" srcOrd="4" destOrd="0" presId="urn:microsoft.com/office/officeart/2018/2/layout/IconLabelDescriptionList"/>
    <dgm:cxn modelId="{888949E9-2AE3-444C-980B-79ECBCBEF8B8}" type="presParOf" srcId="{E1FDC48C-E1E0-4F04-B6DF-466C0D418AA7}" destId="{D05EEE18-E0F7-4CD2-9BE4-D03C36E85721}" srcOrd="0" destOrd="0" presId="urn:microsoft.com/office/officeart/2018/2/layout/IconLabelDescriptionList"/>
    <dgm:cxn modelId="{A0430D28-0094-4F4F-967E-8CDA9EE281A7}" type="presParOf" srcId="{E1FDC48C-E1E0-4F04-B6DF-466C0D418AA7}" destId="{EE920CF6-962F-4D9D-93FD-EA3F46E0A0FE}" srcOrd="1" destOrd="0" presId="urn:microsoft.com/office/officeart/2018/2/layout/IconLabelDescriptionList"/>
    <dgm:cxn modelId="{6C71B241-6CE2-4956-9DFD-6DF83A874202}" type="presParOf" srcId="{E1FDC48C-E1E0-4F04-B6DF-466C0D418AA7}" destId="{5A87A661-FB95-4376-94F0-4988682CA38C}" srcOrd="2" destOrd="0" presId="urn:microsoft.com/office/officeart/2018/2/layout/IconLabelDescriptionList"/>
    <dgm:cxn modelId="{C0783741-B3BF-4BD0-AE87-FFE7B841C288}" type="presParOf" srcId="{E1FDC48C-E1E0-4F04-B6DF-466C0D418AA7}" destId="{0637873A-595C-4C44-AB06-F6DF21544BDD}" srcOrd="3" destOrd="0" presId="urn:microsoft.com/office/officeart/2018/2/layout/IconLabelDescriptionList"/>
    <dgm:cxn modelId="{DA831864-BA5C-4089-A5DB-B09208B529A8}" type="presParOf" srcId="{E1FDC48C-E1E0-4F04-B6DF-466C0D418AA7}" destId="{E9D100D9-D01C-4FF7-A4E3-C4AEF6966DC0}"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BB7F6EFC-AED0-44BB-AF60-6E074842150A}" type="doc">
      <dgm:prSet loTypeId="urn:microsoft.com/office/officeart/2005/8/layout/vList2" loCatId="list" qsTypeId="urn:microsoft.com/office/officeart/2005/8/quickstyle/simple4" qsCatId="simple" csTypeId="urn:microsoft.com/office/officeart/2005/8/colors/colorful2" csCatId="colorful" phldr="1"/>
      <dgm:spPr/>
      <dgm:t>
        <a:bodyPr/>
        <a:lstStyle/>
        <a:p>
          <a:endParaRPr lang="en-US"/>
        </a:p>
      </dgm:t>
    </dgm:pt>
    <dgm:pt modelId="{1093027F-D402-4E8E-8D8F-0E9413520A3D}">
      <dgm:prSet/>
      <dgm:spPr/>
      <dgm:t>
        <a:bodyPr/>
        <a:lstStyle/>
        <a:p>
          <a:r>
            <a:rPr lang="en-IN" b="1" dirty="0"/>
            <a:t>What is Data Collection?</a:t>
          </a:r>
          <a:br>
            <a:rPr lang="en-IN" dirty="0"/>
          </a:br>
          <a:r>
            <a:rPr lang="en-IN" dirty="0"/>
            <a:t>The process of:</a:t>
          </a:r>
          <a:br>
            <a:rPr lang="en-IN" dirty="0"/>
          </a:br>
          <a:r>
            <a:rPr lang="en-IN" dirty="0"/>
            <a:t>✅ Gathering</a:t>
          </a:r>
          <a:br>
            <a:rPr lang="en-IN" dirty="0"/>
          </a:br>
          <a:r>
            <a:rPr lang="en-IN" dirty="0"/>
            <a:t>✅ Measuring</a:t>
          </a:r>
          <a:br>
            <a:rPr lang="en-IN" dirty="0"/>
          </a:br>
          <a:r>
            <a:rPr lang="en-IN" dirty="0"/>
            <a:t>✅ Analysing information from various sources</a:t>
          </a:r>
          <a:endParaRPr lang="en-US" dirty="0"/>
        </a:p>
      </dgm:t>
    </dgm:pt>
    <dgm:pt modelId="{68F8720A-A36D-4E54-A2D9-89FE4B3792F2}" type="parTrans" cxnId="{DE230BAD-09CC-4864-A0B8-21602F503259}">
      <dgm:prSet/>
      <dgm:spPr/>
      <dgm:t>
        <a:bodyPr/>
        <a:lstStyle/>
        <a:p>
          <a:endParaRPr lang="en-US"/>
        </a:p>
      </dgm:t>
    </dgm:pt>
    <dgm:pt modelId="{DAC6D9E4-4021-41B1-9593-A33645635DA4}" type="sibTrans" cxnId="{DE230BAD-09CC-4864-A0B8-21602F503259}">
      <dgm:prSet/>
      <dgm:spPr/>
      <dgm:t>
        <a:bodyPr/>
        <a:lstStyle/>
        <a:p>
          <a:endParaRPr lang="en-US"/>
        </a:p>
      </dgm:t>
    </dgm:pt>
    <dgm:pt modelId="{6A000930-6B90-4E1F-B0B3-8BE17C2587CA}">
      <dgm:prSet/>
      <dgm:spPr/>
      <dgm:t>
        <a:bodyPr/>
        <a:lstStyle/>
        <a:p>
          <a:r>
            <a:rPr lang="en-IN" b="1"/>
            <a:t>Why is it Important?</a:t>
          </a:r>
          <a:br>
            <a:rPr lang="en-IN"/>
          </a:br>
          <a:r>
            <a:rPr lang="en-IN"/>
            <a:t>Helps businesses with:</a:t>
          </a:r>
          <a:br>
            <a:rPr lang="en-IN"/>
          </a:br>
          <a:r>
            <a:rPr lang="en-IN"/>
            <a:t>📌 Customer Behaviour Analysis</a:t>
          </a:r>
          <a:br>
            <a:rPr lang="en-IN"/>
          </a:br>
          <a:r>
            <a:rPr lang="en-IN"/>
            <a:t>📌 Trend Forecasting</a:t>
          </a:r>
          <a:br>
            <a:rPr lang="en-IN"/>
          </a:br>
          <a:r>
            <a:rPr lang="en-IN"/>
            <a:t>📌 Inventory Management</a:t>
          </a:r>
          <a:br>
            <a:rPr lang="en-IN"/>
          </a:br>
          <a:r>
            <a:rPr lang="en-IN"/>
            <a:t>📌 Performance Evaluation</a:t>
          </a:r>
          <a:endParaRPr lang="en-US"/>
        </a:p>
      </dgm:t>
    </dgm:pt>
    <dgm:pt modelId="{AD8DA867-7CD2-4E92-AA79-2B780F2DB073}" type="parTrans" cxnId="{D901C5BD-EA19-48CB-9829-D7F71E1D7AB1}">
      <dgm:prSet/>
      <dgm:spPr/>
      <dgm:t>
        <a:bodyPr/>
        <a:lstStyle/>
        <a:p>
          <a:endParaRPr lang="en-US"/>
        </a:p>
      </dgm:t>
    </dgm:pt>
    <dgm:pt modelId="{3A478CC1-1284-43F1-81BE-A0FFD7C294CD}" type="sibTrans" cxnId="{D901C5BD-EA19-48CB-9829-D7F71E1D7AB1}">
      <dgm:prSet/>
      <dgm:spPr/>
      <dgm:t>
        <a:bodyPr/>
        <a:lstStyle/>
        <a:p>
          <a:endParaRPr lang="en-US"/>
        </a:p>
      </dgm:t>
    </dgm:pt>
    <dgm:pt modelId="{879AD1E4-060C-4182-8E0D-EBEDF70559E8}" type="pres">
      <dgm:prSet presAssocID="{BB7F6EFC-AED0-44BB-AF60-6E074842150A}" presName="linear" presStyleCnt="0">
        <dgm:presLayoutVars>
          <dgm:animLvl val="lvl"/>
          <dgm:resizeHandles val="exact"/>
        </dgm:presLayoutVars>
      </dgm:prSet>
      <dgm:spPr/>
    </dgm:pt>
    <dgm:pt modelId="{5B2D9D56-A135-4B3D-999E-EDCD95CFF4DB}" type="pres">
      <dgm:prSet presAssocID="{1093027F-D402-4E8E-8D8F-0E9413520A3D}" presName="parentText" presStyleLbl="node1" presStyleIdx="0" presStyleCnt="2">
        <dgm:presLayoutVars>
          <dgm:chMax val="0"/>
          <dgm:bulletEnabled val="1"/>
        </dgm:presLayoutVars>
      </dgm:prSet>
      <dgm:spPr/>
    </dgm:pt>
    <dgm:pt modelId="{215C62AC-DF11-4771-9C75-9C80562FBEE0}" type="pres">
      <dgm:prSet presAssocID="{DAC6D9E4-4021-41B1-9593-A33645635DA4}" presName="spacer" presStyleCnt="0"/>
      <dgm:spPr/>
    </dgm:pt>
    <dgm:pt modelId="{ED79C214-294A-49CA-BC1D-50A2F6D784AE}" type="pres">
      <dgm:prSet presAssocID="{6A000930-6B90-4E1F-B0B3-8BE17C2587CA}" presName="parentText" presStyleLbl="node1" presStyleIdx="1" presStyleCnt="2">
        <dgm:presLayoutVars>
          <dgm:chMax val="0"/>
          <dgm:bulletEnabled val="1"/>
        </dgm:presLayoutVars>
      </dgm:prSet>
      <dgm:spPr/>
    </dgm:pt>
  </dgm:ptLst>
  <dgm:cxnLst>
    <dgm:cxn modelId="{399C725E-9ED8-43D0-8655-9098AF720E87}" type="presOf" srcId="{BB7F6EFC-AED0-44BB-AF60-6E074842150A}" destId="{879AD1E4-060C-4182-8E0D-EBEDF70559E8}" srcOrd="0" destOrd="0" presId="urn:microsoft.com/office/officeart/2005/8/layout/vList2"/>
    <dgm:cxn modelId="{DE230BAD-09CC-4864-A0B8-21602F503259}" srcId="{BB7F6EFC-AED0-44BB-AF60-6E074842150A}" destId="{1093027F-D402-4E8E-8D8F-0E9413520A3D}" srcOrd="0" destOrd="0" parTransId="{68F8720A-A36D-4E54-A2D9-89FE4B3792F2}" sibTransId="{DAC6D9E4-4021-41B1-9593-A33645635DA4}"/>
    <dgm:cxn modelId="{D901C5BD-EA19-48CB-9829-D7F71E1D7AB1}" srcId="{BB7F6EFC-AED0-44BB-AF60-6E074842150A}" destId="{6A000930-6B90-4E1F-B0B3-8BE17C2587CA}" srcOrd="1" destOrd="0" parTransId="{AD8DA867-7CD2-4E92-AA79-2B780F2DB073}" sibTransId="{3A478CC1-1284-43F1-81BE-A0FFD7C294CD}"/>
    <dgm:cxn modelId="{1B76CAC6-C4F2-432A-95F1-D0AAC5AD62F2}" type="presOf" srcId="{6A000930-6B90-4E1F-B0B3-8BE17C2587CA}" destId="{ED79C214-294A-49CA-BC1D-50A2F6D784AE}" srcOrd="0" destOrd="0" presId="urn:microsoft.com/office/officeart/2005/8/layout/vList2"/>
    <dgm:cxn modelId="{5521F4DA-E597-40B1-9AFD-FFD91C0AAAD7}" type="presOf" srcId="{1093027F-D402-4E8E-8D8F-0E9413520A3D}" destId="{5B2D9D56-A135-4B3D-999E-EDCD95CFF4DB}" srcOrd="0" destOrd="0" presId="urn:microsoft.com/office/officeart/2005/8/layout/vList2"/>
    <dgm:cxn modelId="{A4DC4F2C-66B8-4D0D-9E0F-5B0102A32186}" type="presParOf" srcId="{879AD1E4-060C-4182-8E0D-EBEDF70559E8}" destId="{5B2D9D56-A135-4B3D-999E-EDCD95CFF4DB}" srcOrd="0" destOrd="0" presId="urn:microsoft.com/office/officeart/2005/8/layout/vList2"/>
    <dgm:cxn modelId="{70A9F4D2-2E3E-48BA-9D33-184F2759D201}" type="presParOf" srcId="{879AD1E4-060C-4182-8E0D-EBEDF70559E8}" destId="{215C62AC-DF11-4771-9C75-9C80562FBEE0}" srcOrd="1" destOrd="0" presId="urn:microsoft.com/office/officeart/2005/8/layout/vList2"/>
    <dgm:cxn modelId="{C6F52F4B-6799-45A7-84E4-AF5636F68618}" type="presParOf" srcId="{879AD1E4-060C-4182-8E0D-EBEDF70559E8}" destId="{ED79C214-294A-49CA-BC1D-50A2F6D784AE}"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98F9D7FF-29A1-475B-8DA2-50DB6C8024DB}" type="doc">
      <dgm:prSet loTypeId="urn:microsoft.com/office/officeart/2018/5/layout/CenteredIconLabelDescriptionList" loCatId="icon" qsTypeId="urn:microsoft.com/office/officeart/2005/8/quickstyle/simple1" qsCatId="simple" csTypeId="urn:microsoft.com/office/officeart/2005/8/colors/accent1_2" csCatId="accent1" phldr="1"/>
      <dgm:spPr/>
      <dgm:t>
        <a:bodyPr/>
        <a:lstStyle/>
        <a:p>
          <a:endParaRPr lang="en-US"/>
        </a:p>
      </dgm:t>
    </dgm:pt>
    <dgm:pt modelId="{BA592BC3-032F-4C64-98B8-ABEFA64515C3}">
      <dgm:prSet/>
      <dgm:spPr/>
      <dgm:t>
        <a:bodyPr/>
        <a:lstStyle/>
        <a:p>
          <a:pPr algn="l">
            <a:lnSpc>
              <a:spcPct val="100000"/>
            </a:lnSpc>
            <a:defRPr b="1"/>
          </a:pPr>
          <a:r>
            <a:rPr lang="en-IN" b="0" dirty="0"/>
            <a:t>After cleaning the data, Sarah’s team was able to generate reliable reports, identify best-selling products, adjust pricing strategies, and forecast demand accurately.</a:t>
          </a:r>
          <a:endParaRPr lang="en-US" b="0" dirty="0"/>
        </a:p>
      </dgm:t>
    </dgm:pt>
    <dgm:pt modelId="{B9558CC7-0EBE-4802-A1F9-7DD6BAC2A1F0}" type="parTrans" cxnId="{54039E2E-0A6E-431E-9AC0-CE66977F9B33}">
      <dgm:prSet/>
      <dgm:spPr/>
      <dgm:t>
        <a:bodyPr/>
        <a:lstStyle/>
        <a:p>
          <a:endParaRPr lang="en-US"/>
        </a:p>
      </dgm:t>
    </dgm:pt>
    <dgm:pt modelId="{C521209E-7316-4133-A10B-98E4064FEB37}" type="sibTrans" cxnId="{54039E2E-0A6E-431E-9AC0-CE66977F9B33}">
      <dgm:prSet/>
      <dgm:spPr/>
      <dgm:t>
        <a:bodyPr/>
        <a:lstStyle/>
        <a:p>
          <a:endParaRPr lang="en-US"/>
        </a:p>
      </dgm:t>
    </dgm:pt>
    <dgm:pt modelId="{A10724E8-1880-4D37-8AF2-069F3F8F7EB2}">
      <dgm:prSet/>
      <dgm:spPr/>
      <dgm:t>
        <a:bodyPr/>
        <a:lstStyle/>
        <a:p>
          <a:pPr>
            <a:lnSpc>
              <a:spcPct val="100000"/>
            </a:lnSpc>
            <a:defRPr b="1"/>
          </a:pPr>
          <a:r>
            <a:rPr lang="en-IN"/>
            <a:t>This led to</a:t>
          </a:r>
          <a:endParaRPr lang="en-US"/>
        </a:p>
      </dgm:t>
    </dgm:pt>
    <dgm:pt modelId="{1E3D3717-685B-4FA8-B3C3-899D2271F5BC}" type="parTrans" cxnId="{02CEE828-9248-46FF-9378-E30EC35E336D}">
      <dgm:prSet/>
      <dgm:spPr/>
      <dgm:t>
        <a:bodyPr/>
        <a:lstStyle/>
        <a:p>
          <a:endParaRPr lang="en-US"/>
        </a:p>
      </dgm:t>
    </dgm:pt>
    <dgm:pt modelId="{8D2E914B-EA6C-4872-AE29-411241AAEEF0}" type="sibTrans" cxnId="{02CEE828-9248-46FF-9378-E30EC35E336D}">
      <dgm:prSet/>
      <dgm:spPr/>
      <dgm:t>
        <a:bodyPr/>
        <a:lstStyle/>
        <a:p>
          <a:endParaRPr lang="en-US"/>
        </a:p>
      </dgm:t>
    </dgm:pt>
    <dgm:pt modelId="{E621F3A6-44AA-48A4-8CD8-4A7A48FB977B}">
      <dgm:prSet custT="1"/>
      <dgm:spPr/>
      <dgm:t>
        <a:bodyPr/>
        <a:lstStyle/>
        <a:p>
          <a:pPr algn="l">
            <a:lnSpc>
              <a:spcPct val="100000"/>
            </a:lnSpc>
          </a:pPr>
          <a:r>
            <a:rPr lang="en-IN" sz="1600" dirty="0"/>
            <a:t>Increase in revenue</a:t>
          </a:r>
          <a:endParaRPr lang="en-US" sz="1600" dirty="0"/>
        </a:p>
      </dgm:t>
    </dgm:pt>
    <dgm:pt modelId="{EA0C49BC-8377-4D32-88C5-639BA2341E63}" type="parTrans" cxnId="{BA9F0EB1-ABC1-45D1-9291-1A888A0547BB}">
      <dgm:prSet/>
      <dgm:spPr/>
      <dgm:t>
        <a:bodyPr/>
        <a:lstStyle/>
        <a:p>
          <a:endParaRPr lang="en-US"/>
        </a:p>
      </dgm:t>
    </dgm:pt>
    <dgm:pt modelId="{0459DF64-DBB5-4284-BD63-EDC14C8CCE28}" type="sibTrans" cxnId="{BA9F0EB1-ABC1-45D1-9291-1A888A0547BB}">
      <dgm:prSet/>
      <dgm:spPr/>
      <dgm:t>
        <a:bodyPr/>
        <a:lstStyle/>
        <a:p>
          <a:endParaRPr lang="en-US"/>
        </a:p>
      </dgm:t>
    </dgm:pt>
    <dgm:pt modelId="{528E2D31-8910-4A03-8227-64AE7AB23EC0}">
      <dgm:prSet custT="1"/>
      <dgm:spPr/>
      <dgm:t>
        <a:bodyPr/>
        <a:lstStyle/>
        <a:p>
          <a:pPr algn="l">
            <a:lnSpc>
              <a:spcPct val="100000"/>
            </a:lnSpc>
          </a:pPr>
          <a:r>
            <a:rPr lang="en-IN" sz="1600" dirty="0"/>
            <a:t>Better stock management.</a:t>
          </a:r>
          <a:endParaRPr lang="en-US" sz="1600" dirty="0"/>
        </a:p>
      </dgm:t>
    </dgm:pt>
    <dgm:pt modelId="{E19E220D-2BC4-4C6E-95E3-8133D504D7EE}" type="parTrans" cxnId="{ACBAF336-2DFC-4121-9133-5AFC958BB2DB}">
      <dgm:prSet/>
      <dgm:spPr/>
      <dgm:t>
        <a:bodyPr/>
        <a:lstStyle/>
        <a:p>
          <a:endParaRPr lang="en-US"/>
        </a:p>
      </dgm:t>
    </dgm:pt>
    <dgm:pt modelId="{F2DFEF5F-7B30-4E60-8799-DAC87585B39D}" type="sibTrans" cxnId="{ACBAF336-2DFC-4121-9133-5AFC958BB2DB}">
      <dgm:prSet/>
      <dgm:spPr/>
      <dgm:t>
        <a:bodyPr/>
        <a:lstStyle/>
        <a:p>
          <a:endParaRPr lang="en-US"/>
        </a:p>
      </dgm:t>
    </dgm:pt>
    <dgm:pt modelId="{BB0E0227-8567-431A-BAE7-3E33F70398E7}" type="pres">
      <dgm:prSet presAssocID="{98F9D7FF-29A1-475B-8DA2-50DB6C8024DB}" presName="root" presStyleCnt="0">
        <dgm:presLayoutVars>
          <dgm:dir/>
          <dgm:resizeHandles val="exact"/>
        </dgm:presLayoutVars>
      </dgm:prSet>
      <dgm:spPr/>
    </dgm:pt>
    <dgm:pt modelId="{9187938B-BED5-4019-8EAF-4CBAF20E0F9E}" type="pres">
      <dgm:prSet presAssocID="{BA592BC3-032F-4C64-98B8-ABEFA64515C3}" presName="compNode" presStyleCnt="0"/>
      <dgm:spPr/>
    </dgm:pt>
    <dgm:pt modelId="{3D54B0FD-F756-4FA8-A302-5EA7BE6515CB}" type="pres">
      <dgm:prSet presAssocID="{BA592BC3-032F-4C64-98B8-ABEFA64515C3}"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Mop and bucket"/>
        </a:ext>
      </dgm:extLst>
    </dgm:pt>
    <dgm:pt modelId="{FEA1791B-9F5E-45F8-B100-28CCA6B96C73}" type="pres">
      <dgm:prSet presAssocID="{BA592BC3-032F-4C64-98B8-ABEFA64515C3}" presName="iconSpace" presStyleCnt="0"/>
      <dgm:spPr/>
    </dgm:pt>
    <dgm:pt modelId="{4238DCF0-3A76-4990-AFBD-BD35738EB8CD}" type="pres">
      <dgm:prSet presAssocID="{BA592BC3-032F-4C64-98B8-ABEFA64515C3}" presName="parTx" presStyleLbl="revTx" presStyleIdx="0" presStyleCnt="4">
        <dgm:presLayoutVars>
          <dgm:chMax val="0"/>
          <dgm:chPref val="0"/>
        </dgm:presLayoutVars>
      </dgm:prSet>
      <dgm:spPr/>
    </dgm:pt>
    <dgm:pt modelId="{02BD50DF-DD5E-48C5-8A86-DC181915C94A}" type="pres">
      <dgm:prSet presAssocID="{BA592BC3-032F-4C64-98B8-ABEFA64515C3}" presName="txSpace" presStyleCnt="0"/>
      <dgm:spPr/>
    </dgm:pt>
    <dgm:pt modelId="{7BEBD85C-ED84-4AFB-873F-9611A13A7689}" type="pres">
      <dgm:prSet presAssocID="{BA592BC3-032F-4C64-98B8-ABEFA64515C3}" presName="desTx" presStyleLbl="revTx" presStyleIdx="1" presStyleCnt="4">
        <dgm:presLayoutVars/>
      </dgm:prSet>
      <dgm:spPr/>
    </dgm:pt>
    <dgm:pt modelId="{22716684-87D1-403C-8ABD-8C96EBCCAA25}" type="pres">
      <dgm:prSet presAssocID="{C521209E-7316-4133-A10B-98E4064FEB37}" presName="sibTrans" presStyleCnt="0"/>
      <dgm:spPr/>
    </dgm:pt>
    <dgm:pt modelId="{5BD2E948-592C-45D5-B5C2-506DD89A60FB}" type="pres">
      <dgm:prSet presAssocID="{A10724E8-1880-4D37-8AF2-069F3F8F7EB2}" presName="compNode" presStyleCnt="0"/>
      <dgm:spPr/>
    </dgm:pt>
    <dgm:pt modelId="{2EDD263A-DF0E-452B-8EA2-96E5EAEAA59D}" type="pres">
      <dgm:prSet presAssocID="{A10724E8-1880-4D37-8AF2-069F3F8F7EB2}"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usiness Growth"/>
        </a:ext>
      </dgm:extLst>
    </dgm:pt>
    <dgm:pt modelId="{CFE20ABE-991E-43C5-AD82-092E765B5DA4}" type="pres">
      <dgm:prSet presAssocID="{A10724E8-1880-4D37-8AF2-069F3F8F7EB2}" presName="iconSpace" presStyleCnt="0"/>
      <dgm:spPr/>
    </dgm:pt>
    <dgm:pt modelId="{6C494264-5373-4B6E-94F3-270E9922C0FB}" type="pres">
      <dgm:prSet presAssocID="{A10724E8-1880-4D37-8AF2-069F3F8F7EB2}" presName="parTx" presStyleLbl="revTx" presStyleIdx="2" presStyleCnt="4">
        <dgm:presLayoutVars>
          <dgm:chMax val="0"/>
          <dgm:chPref val="0"/>
        </dgm:presLayoutVars>
      </dgm:prSet>
      <dgm:spPr/>
    </dgm:pt>
    <dgm:pt modelId="{5DA1F990-2378-4E15-890B-351BB5625C76}" type="pres">
      <dgm:prSet presAssocID="{A10724E8-1880-4D37-8AF2-069F3F8F7EB2}" presName="txSpace" presStyleCnt="0"/>
      <dgm:spPr/>
    </dgm:pt>
    <dgm:pt modelId="{3FC17854-DA8A-4228-A70E-29955F3588A0}" type="pres">
      <dgm:prSet presAssocID="{A10724E8-1880-4D37-8AF2-069F3F8F7EB2}" presName="desTx" presStyleLbl="revTx" presStyleIdx="3" presStyleCnt="4" custScaleX="52747" custLinFactNeighborX="4163" custLinFactNeighborY="-67350">
        <dgm:presLayoutVars/>
      </dgm:prSet>
      <dgm:spPr/>
    </dgm:pt>
  </dgm:ptLst>
  <dgm:cxnLst>
    <dgm:cxn modelId="{02CEE828-9248-46FF-9378-E30EC35E336D}" srcId="{98F9D7FF-29A1-475B-8DA2-50DB6C8024DB}" destId="{A10724E8-1880-4D37-8AF2-069F3F8F7EB2}" srcOrd="1" destOrd="0" parTransId="{1E3D3717-685B-4FA8-B3C3-899D2271F5BC}" sibTransId="{8D2E914B-EA6C-4872-AE29-411241AAEEF0}"/>
    <dgm:cxn modelId="{54039E2E-0A6E-431E-9AC0-CE66977F9B33}" srcId="{98F9D7FF-29A1-475B-8DA2-50DB6C8024DB}" destId="{BA592BC3-032F-4C64-98B8-ABEFA64515C3}" srcOrd="0" destOrd="0" parTransId="{B9558CC7-0EBE-4802-A1F9-7DD6BAC2A1F0}" sibTransId="{C521209E-7316-4133-A10B-98E4064FEB37}"/>
    <dgm:cxn modelId="{ACBAF336-2DFC-4121-9133-5AFC958BB2DB}" srcId="{A10724E8-1880-4D37-8AF2-069F3F8F7EB2}" destId="{528E2D31-8910-4A03-8227-64AE7AB23EC0}" srcOrd="1" destOrd="0" parTransId="{E19E220D-2BC4-4C6E-95E3-8133D504D7EE}" sibTransId="{F2DFEF5F-7B30-4E60-8799-DAC87585B39D}"/>
    <dgm:cxn modelId="{D1D6373D-EAC2-487F-94A7-EEC69CEB9479}" type="presOf" srcId="{528E2D31-8910-4A03-8227-64AE7AB23EC0}" destId="{3FC17854-DA8A-4228-A70E-29955F3588A0}" srcOrd="0" destOrd="1" presId="urn:microsoft.com/office/officeart/2018/5/layout/CenteredIconLabelDescriptionList"/>
    <dgm:cxn modelId="{73336C5B-AFC3-4753-9750-F097CDECD937}" type="presOf" srcId="{E621F3A6-44AA-48A4-8CD8-4A7A48FB977B}" destId="{3FC17854-DA8A-4228-A70E-29955F3588A0}" srcOrd="0" destOrd="0" presId="urn:microsoft.com/office/officeart/2018/5/layout/CenteredIconLabelDescriptionList"/>
    <dgm:cxn modelId="{4684DD4C-1B3F-4CE1-BD38-A895E089EF63}" type="presOf" srcId="{98F9D7FF-29A1-475B-8DA2-50DB6C8024DB}" destId="{BB0E0227-8567-431A-BAE7-3E33F70398E7}" srcOrd="0" destOrd="0" presId="urn:microsoft.com/office/officeart/2018/5/layout/CenteredIconLabelDescriptionList"/>
    <dgm:cxn modelId="{43875397-49CA-4C76-9E7F-A8EAF3925264}" type="presOf" srcId="{A10724E8-1880-4D37-8AF2-069F3F8F7EB2}" destId="{6C494264-5373-4B6E-94F3-270E9922C0FB}" srcOrd="0" destOrd="0" presId="urn:microsoft.com/office/officeart/2018/5/layout/CenteredIconLabelDescriptionList"/>
    <dgm:cxn modelId="{BA9F0EB1-ABC1-45D1-9291-1A888A0547BB}" srcId="{A10724E8-1880-4D37-8AF2-069F3F8F7EB2}" destId="{E621F3A6-44AA-48A4-8CD8-4A7A48FB977B}" srcOrd="0" destOrd="0" parTransId="{EA0C49BC-8377-4D32-88C5-639BA2341E63}" sibTransId="{0459DF64-DBB5-4284-BD63-EDC14C8CCE28}"/>
    <dgm:cxn modelId="{8D7FDEFC-C64D-4E7E-A6E5-3151DCBD79B4}" type="presOf" srcId="{BA592BC3-032F-4C64-98B8-ABEFA64515C3}" destId="{4238DCF0-3A76-4990-AFBD-BD35738EB8CD}" srcOrd="0" destOrd="0" presId="urn:microsoft.com/office/officeart/2018/5/layout/CenteredIconLabelDescriptionList"/>
    <dgm:cxn modelId="{A9F93B28-9ACD-4FF6-8A26-5EFCAA166887}" type="presParOf" srcId="{BB0E0227-8567-431A-BAE7-3E33F70398E7}" destId="{9187938B-BED5-4019-8EAF-4CBAF20E0F9E}" srcOrd="0" destOrd="0" presId="urn:microsoft.com/office/officeart/2018/5/layout/CenteredIconLabelDescriptionList"/>
    <dgm:cxn modelId="{D2910FDA-A1D4-4685-9EB2-6AF306A8D190}" type="presParOf" srcId="{9187938B-BED5-4019-8EAF-4CBAF20E0F9E}" destId="{3D54B0FD-F756-4FA8-A302-5EA7BE6515CB}" srcOrd="0" destOrd="0" presId="urn:microsoft.com/office/officeart/2018/5/layout/CenteredIconLabelDescriptionList"/>
    <dgm:cxn modelId="{972D2235-682F-44B0-84F8-06EF5324FC4B}" type="presParOf" srcId="{9187938B-BED5-4019-8EAF-4CBAF20E0F9E}" destId="{FEA1791B-9F5E-45F8-B100-28CCA6B96C73}" srcOrd="1" destOrd="0" presId="urn:microsoft.com/office/officeart/2018/5/layout/CenteredIconLabelDescriptionList"/>
    <dgm:cxn modelId="{0193C24C-3BAE-4847-A426-345044A72B3C}" type="presParOf" srcId="{9187938B-BED5-4019-8EAF-4CBAF20E0F9E}" destId="{4238DCF0-3A76-4990-AFBD-BD35738EB8CD}" srcOrd="2" destOrd="0" presId="urn:microsoft.com/office/officeart/2018/5/layout/CenteredIconLabelDescriptionList"/>
    <dgm:cxn modelId="{4F2159A3-DFB0-40A2-87C6-08F3BC10C084}" type="presParOf" srcId="{9187938B-BED5-4019-8EAF-4CBAF20E0F9E}" destId="{02BD50DF-DD5E-48C5-8A86-DC181915C94A}" srcOrd="3" destOrd="0" presId="urn:microsoft.com/office/officeart/2018/5/layout/CenteredIconLabelDescriptionList"/>
    <dgm:cxn modelId="{F1D6EA8E-9D31-466F-B605-229B12A02C91}" type="presParOf" srcId="{9187938B-BED5-4019-8EAF-4CBAF20E0F9E}" destId="{7BEBD85C-ED84-4AFB-873F-9611A13A7689}" srcOrd="4" destOrd="0" presId="urn:microsoft.com/office/officeart/2018/5/layout/CenteredIconLabelDescriptionList"/>
    <dgm:cxn modelId="{A7072503-5195-47FB-BC26-CE3FF020586B}" type="presParOf" srcId="{BB0E0227-8567-431A-BAE7-3E33F70398E7}" destId="{22716684-87D1-403C-8ABD-8C96EBCCAA25}" srcOrd="1" destOrd="0" presId="urn:microsoft.com/office/officeart/2018/5/layout/CenteredIconLabelDescriptionList"/>
    <dgm:cxn modelId="{4F84C7BF-133E-48E8-A1F1-D78AE028AD0F}" type="presParOf" srcId="{BB0E0227-8567-431A-BAE7-3E33F70398E7}" destId="{5BD2E948-592C-45D5-B5C2-506DD89A60FB}" srcOrd="2" destOrd="0" presId="urn:microsoft.com/office/officeart/2018/5/layout/CenteredIconLabelDescriptionList"/>
    <dgm:cxn modelId="{6EBE8208-D846-4DB3-AB8D-4D2B4E6F7D9F}" type="presParOf" srcId="{5BD2E948-592C-45D5-B5C2-506DD89A60FB}" destId="{2EDD263A-DF0E-452B-8EA2-96E5EAEAA59D}" srcOrd="0" destOrd="0" presId="urn:microsoft.com/office/officeart/2018/5/layout/CenteredIconLabelDescriptionList"/>
    <dgm:cxn modelId="{D534AA76-447C-478B-B15F-7C6BE52AE7A6}" type="presParOf" srcId="{5BD2E948-592C-45D5-B5C2-506DD89A60FB}" destId="{CFE20ABE-991E-43C5-AD82-092E765B5DA4}" srcOrd="1" destOrd="0" presId="urn:microsoft.com/office/officeart/2018/5/layout/CenteredIconLabelDescriptionList"/>
    <dgm:cxn modelId="{5277712C-1BA3-43EF-A1B0-6EA652D3317B}" type="presParOf" srcId="{5BD2E948-592C-45D5-B5C2-506DD89A60FB}" destId="{6C494264-5373-4B6E-94F3-270E9922C0FB}" srcOrd="2" destOrd="0" presId="urn:microsoft.com/office/officeart/2018/5/layout/CenteredIconLabelDescriptionList"/>
    <dgm:cxn modelId="{301D4A47-8F1A-4195-9E57-A1B4A65A080D}" type="presParOf" srcId="{5BD2E948-592C-45D5-B5C2-506DD89A60FB}" destId="{5DA1F990-2378-4E15-890B-351BB5625C76}" srcOrd="3" destOrd="0" presId="urn:microsoft.com/office/officeart/2018/5/layout/CenteredIconLabelDescriptionList"/>
    <dgm:cxn modelId="{60347BD2-06C7-4CC1-A463-CB6A0592394C}" type="presParOf" srcId="{5BD2E948-592C-45D5-B5C2-506DD89A60FB}" destId="{3FC17854-DA8A-4228-A70E-29955F3588A0}"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4D7216A6-62CB-4525-A23D-F971F0AEE7CA}" type="doc">
      <dgm:prSet loTypeId="urn:microsoft.com/office/officeart/2018/2/layout/IconLabelDescriptionList" loCatId="icon" qsTypeId="urn:microsoft.com/office/officeart/2005/8/quickstyle/simple1" qsCatId="simple" csTypeId="urn:microsoft.com/office/officeart/2005/8/colors/accent1_2" csCatId="accent1" phldr="1"/>
      <dgm:spPr/>
      <dgm:t>
        <a:bodyPr/>
        <a:lstStyle/>
        <a:p>
          <a:endParaRPr lang="en-US"/>
        </a:p>
      </dgm:t>
    </dgm:pt>
    <dgm:pt modelId="{EFCB6E30-D96A-4279-8DF2-821CE8B42DD2}">
      <dgm:prSet/>
      <dgm:spPr/>
      <dgm:t>
        <a:bodyPr/>
        <a:lstStyle/>
        <a:p>
          <a:pPr>
            <a:lnSpc>
              <a:spcPct val="100000"/>
            </a:lnSpc>
            <a:defRPr b="1"/>
          </a:pPr>
          <a:r>
            <a:rPr lang="en-US" b="1"/>
            <a:t>Advantages:</a:t>
          </a:r>
          <a:endParaRPr lang="en-US"/>
        </a:p>
      </dgm:t>
    </dgm:pt>
    <dgm:pt modelId="{FDE17632-DA99-4463-9E2B-AED22619F90A}" type="parTrans" cxnId="{0E1D8F37-46A7-4EE2-8C28-BFF4991B1968}">
      <dgm:prSet/>
      <dgm:spPr/>
      <dgm:t>
        <a:bodyPr/>
        <a:lstStyle/>
        <a:p>
          <a:endParaRPr lang="en-US"/>
        </a:p>
      </dgm:t>
    </dgm:pt>
    <dgm:pt modelId="{D89E3FDB-28F6-4FD9-8905-CE562C070850}" type="sibTrans" cxnId="{0E1D8F37-46A7-4EE2-8C28-BFF4991B1968}">
      <dgm:prSet/>
      <dgm:spPr/>
      <dgm:t>
        <a:bodyPr/>
        <a:lstStyle/>
        <a:p>
          <a:endParaRPr lang="en-US"/>
        </a:p>
      </dgm:t>
    </dgm:pt>
    <dgm:pt modelId="{07BE31A3-0002-4B11-A018-08DFE82436E1}">
      <dgm:prSet/>
      <dgm:spPr/>
      <dgm:t>
        <a:bodyPr/>
        <a:lstStyle/>
        <a:p>
          <a:pPr>
            <a:lnSpc>
              <a:spcPct val="100000"/>
            </a:lnSpc>
          </a:pPr>
          <a:r>
            <a:rPr lang="en-US"/>
            <a:t>Widely available and easy to use.</a:t>
          </a:r>
        </a:p>
      </dgm:t>
    </dgm:pt>
    <dgm:pt modelId="{EC0BC341-F58C-4D58-86BA-FF2B4976DA66}" type="parTrans" cxnId="{4247A988-5195-41C1-B1C6-B4AFDCF4859C}">
      <dgm:prSet/>
      <dgm:spPr/>
      <dgm:t>
        <a:bodyPr/>
        <a:lstStyle/>
        <a:p>
          <a:endParaRPr lang="en-US"/>
        </a:p>
      </dgm:t>
    </dgm:pt>
    <dgm:pt modelId="{E789CDEF-861C-46D1-9E8F-2A27ADE1C5F1}" type="sibTrans" cxnId="{4247A988-5195-41C1-B1C6-B4AFDCF4859C}">
      <dgm:prSet/>
      <dgm:spPr/>
      <dgm:t>
        <a:bodyPr/>
        <a:lstStyle/>
        <a:p>
          <a:endParaRPr lang="en-US"/>
        </a:p>
      </dgm:t>
    </dgm:pt>
    <dgm:pt modelId="{E1DBF8BF-4758-4DF8-8AFB-BC26D554EE44}">
      <dgm:prSet/>
      <dgm:spPr/>
      <dgm:t>
        <a:bodyPr/>
        <a:lstStyle/>
        <a:p>
          <a:pPr>
            <a:lnSpc>
              <a:spcPct val="100000"/>
            </a:lnSpc>
          </a:pPr>
          <a:r>
            <a:rPr lang="en-US"/>
            <a:t>Simple charts and graphs for quick analysis.</a:t>
          </a:r>
        </a:p>
      </dgm:t>
    </dgm:pt>
    <dgm:pt modelId="{9347D652-D760-4802-A0DE-B37F57E9EC48}" type="parTrans" cxnId="{F10B3785-DF7B-4CD4-A410-7315DCA81E5F}">
      <dgm:prSet/>
      <dgm:spPr/>
      <dgm:t>
        <a:bodyPr/>
        <a:lstStyle/>
        <a:p>
          <a:endParaRPr lang="en-US"/>
        </a:p>
      </dgm:t>
    </dgm:pt>
    <dgm:pt modelId="{DF09D339-1222-40C4-9A5B-1CE0439606FD}" type="sibTrans" cxnId="{F10B3785-DF7B-4CD4-A410-7315DCA81E5F}">
      <dgm:prSet/>
      <dgm:spPr/>
      <dgm:t>
        <a:bodyPr/>
        <a:lstStyle/>
        <a:p>
          <a:endParaRPr lang="en-US"/>
        </a:p>
      </dgm:t>
    </dgm:pt>
    <dgm:pt modelId="{819C661D-A8EC-4950-8718-F5F23180789F}">
      <dgm:prSet/>
      <dgm:spPr/>
      <dgm:t>
        <a:bodyPr/>
        <a:lstStyle/>
        <a:p>
          <a:pPr>
            <a:lnSpc>
              <a:spcPct val="100000"/>
            </a:lnSpc>
          </a:pPr>
          <a:r>
            <a:rPr lang="en-US"/>
            <a:t>Integration with Microsoft Office for seamless reporting.</a:t>
          </a:r>
        </a:p>
      </dgm:t>
    </dgm:pt>
    <dgm:pt modelId="{68405498-F016-4C98-9AB2-DBF4C2852CAC}" type="parTrans" cxnId="{AB5E0B09-8398-4033-B436-DB823E3CEE07}">
      <dgm:prSet/>
      <dgm:spPr/>
      <dgm:t>
        <a:bodyPr/>
        <a:lstStyle/>
        <a:p>
          <a:endParaRPr lang="en-US"/>
        </a:p>
      </dgm:t>
    </dgm:pt>
    <dgm:pt modelId="{7A95CF25-580C-454A-94AC-2D922A331122}" type="sibTrans" cxnId="{AB5E0B09-8398-4033-B436-DB823E3CEE07}">
      <dgm:prSet/>
      <dgm:spPr/>
      <dgm:t>
        <a:bodyPr/>
        <a:lstStyle/>
        <a:p>
          <a:endParaRPr lang="en-US"/>
        </a:p>
      </dgm:t>
    </dgm:pt>
    <dgm:pt modelId="{19DE1B26-75F3-4A5F-897B-80E00FF10767}">
      <dgm:prSet/>
      <dgm:spPr/>
      <dgm:t>
        <a:bodyPr/>
        <a:lstStyle/>
        <a:p>
          <a:pPr>
            <a:lnSpc>
              <a:spcPct val="100000"/>
            </a:lnSpc>
          </a:pPr>
          <a:r>
            <a:rPr lang="en-US"/>
            <a:t>Pivot tables and conditional formatting enhance visual insights.</a:t>
          </a:r>
        </a:p>
      </dgm:t>
    </dgm:pt>
    <dgm:pt modelId="{49D42B57-F0AD-477C-B370-B498D8CC7ADB}" type="parTrans" cxnId="{1D8DBA41-E70B-4F96-856D-013656B6D4C3}">
      <dgm:prSet/>
      <dgm:spPr/>
      <dgm:t>
        <a:bodyPr/>
        <a:lstStyle/>
        <a:p>
          <a:endParaRPr lang="en-US"/>
        </a:p>
      </dgm:t>
    </dgm:pt>
    <dgm:pt modelId="{F3539108-1E9A-48BF-9487-F4E7F985E4F9}" type="sibTrans" cxnId="{1D8DBA41-E70B-4F96-856D-013656B6D4C3}">
      <dgm:prSet/>
      <dgm:spPr/>
      <dgm:t>
        <a:bodyPr/>
        <a:lstStyle/>
        <a:p>
          <a:endParaRPr lang="en-US"/>
        </a:p>
      </dgm:t>
    </dgm:pt>
    <dgm:pt modelId="{3B93F624-C52D-4243-89D6-D122CE358D3E}">
      <dgm:prSet/>
      <dgm:spPr/>
      <dgm:t>
        <a:bodyPr/>
        <a:lstStyle/>
        <a:p>
          <a:pPr>
            <a:lnSpc>
              <a:spcPct val="100000"/>
            </a:lnSpc>
            <a:defRPr b="1"/>
          </a:pPr>
          <a:r>
            <a:rPr lang="en-US" b="1"/>
            <a:t>Disadvantages:</a:t>
          </a:r>
          <a:endParaRPr lang="en-US"/>
        </a:p>
      </dgm:t>
    </dgm:pt>
    <dgm:pt modelId="{97964FB2-76CD-4131-942F-17017255ABE2}" type="parTrans" cxnId="{130C8F10-7EFB-4E8D-84BE-30297F8B6E26}">
      <dgm:prSet/>
      <dgm:spPr/>
      <dgm:t>
        <a:bodyPr/>
        <a:lstStyle/>
        <a:p>
          <a:endParaRPr lang="en-US"/>
        </a:p>
      </dgm:t>
    </dgm:pt>
    <dgm:pt modelId="{B91BA0BA-F287-4624-9C32-220EAF33AE06}" type="sibTrans" cxnId="{130C8F10-7EFB-4E8D-84BE-30297F8B6E26}">
      <dgm:prSet/>
      <dgm:spPr/>
      <dgm:t>
        <a:bodyPr/>
        <a:lstStyle/>
        <a:p>
          <a:endParaRPr lang="en-US"/>
        </a:p>
      </dgm:t>
    </dgm:pt>
    <dgm:pt modelId="{1E0279D3-C5B9-4B97-AC5D-4BC3A408A99D}">
      <dgm:prSet/>
      <dgm:spPr/>
      <dgm:t>
        <a:bodyPr/>
        <a:lstStyle/>
        <a:p>
          <a:pPr>
            <a:lnSpc>
              <a:spcPct val="100000"/>
            </a:lnSpc>
          </a:pPr>
          <a:r>
            <a:rPr lang="en-US"/>
            <a:t>Limited advanced visualization capabilities.</a:t>
          </a:r>
        </a:p>
      </dgm:t>
    </dgm:pt>
    <dgm:pt modelId="{DBE4B569-63C7-4772-AB29-1089A1C996DB}" type="parTrans" cxnId="{D49B1DD7-0398-482E-9E37-80032949E62E}">
      <dgm:prSet/>
      <dgm:spPr/>
      <dgm:t>
        <a:bodyPr/>
        <a:lstStyle/>
        <a:p>
          <a:endParaRPr lang="en-US"/>
        </a:p>
      </dgm:t>
    </dgm:pt>
    <dgm:pt modelId="{73410501-36D0-4726-A0A8-97948831D957}" type="sibTrans" cxnId="{D49B1DD7-0398-482E-9E37-80032949E62E}">
      <dgm:prSet/>
      <dgm:spPr/>
      <dgm:t>
        <a:bodyPr/>
        <a:lstStyle/>
        <a:p>
          <a:endParaRPr lang="en-US"/>
        </a:p>
      </dgm:t>
    </dgm:pt>
    <dgm:pt modelId="{842BB763-111A-4EFE-9C3B-788982DE34CD}">
      <dgm:prSet/>
      <dgm:spPr/>
      <dgm:t>
        <a:bodyPr/>
        <a:lstStyle/>
        <a:p>
          <a:pPr>
            <a:lnSpc>
              <a:spcPct val="100000"/>
            </a:lnSpc>
          </a:pPr>
          <a:r>
            <a:rPr lang="en-US"/>
            <a:t>Not ideal for handling large datasets efficiently.</a:t>
          </a:r>
        </a:p>
      </dgm:t>
    </dgm:pt>
    <dgm:pt modelId="{2F75B33C-B5E9-4A73-9D8B-68A00B4C6747}" type="parTrans" cxnId="{3F8B7B37-8B8D-409C-A989-211A5F79535B}">
      <dgm:prSet/>
      <dgm:spPr/>
      <dgm:t>
        <a:bodyPr/>
        <a:lstStyle/>
        <a:p>
          <a:endParaRPr lang="en-US"/>
        </a:p>
      </dgm:t>
    </dgm:pt>
    <dgm:pt modelId="{DE6C105B-F31D-4B1D-ABA5-1E527F5CA14A}" type="sibTrans" cxnId="{3F8B7B37-8B8D-409C-A989-211A5F79535B}">
      <dgm:prSet/>
      <dgm:spPr/>
      <dgm:t>
        <a:bodyPr/>
        <a:lstStyle/>
        <a:p>
          <a:endParaRPr lang="en-US"/>
        </a:p>
      </dgm:t>
    </dgm:pt>
    <dgm:pt modelId="{522E05A5-B2D2-46DE-AD92-10FFAD14379A}">
      <dgm:prSet/>
      <dgm:spPr/>
      <dgm:t>
        <a:bodyPr/>
        <a:lstStyle/>
        <a:p>
          <a:pPr>
            <a:lnSpc>
              <a:spcPct val="100000"/>
            </a:lnSpc>
          </a:pPr>
          <a:r>
            <a:rPr lang="en-US"/>
            <a:t>No interactive dashboards.</a:t>
          </a:r>
        </a:p>
      </dgm:t>
    </dgm:pt>
    <dgm:pt modelId="{CA10B966-2426-435D-84DA-F2CBF6B0FE96}" type="parTrans" cxnId="{4588EB5F-2FA1-4C30-8D7E-5770F19CC9AC}">
      <dgm:prSet/>
      <dgm:spPr/>
      <dgm:t>
        <a:bodyPr/>
        <a:lstStyle/>
        <a:p>
          <a:endParaRPr lang="en-US"/>
        </a:p>
      </dgm:t>
    </dgm:pt>
    <dgm:pt modelId="{48DD4E79-D37B-436D-AB6D-853BA908AD9B}" type="sibTrans" cxnId="{4588EB5F-2FA1-4C30-8D7E-5770F19CC9AC}">
      <dgm:prSet/>
      <dgm:spPr/>
      <dgm:t>
        <a:bodyPr/>
        <a:lstStyle/>
        <a:p>
          <a:endParaRPr lang="en-US"/>
        </a:p>
      </dgm:t>
    </dgm:pt>
    <dgm:pt modelId="{BE32359E-8EF4-4A2F-9361-DAD4B97DC756}">
      <dgm:prSet/>
      <dgm:spPr/>
      <dgm:t>
        <a:bodyPr/>
        <a:lstStyle/>
        <a:p>
          <a:pPr>
            <a:lnSpc>
              <a:spcPct val="100000"/>
            </a:lnSpc>
          </a:pPr>
          <a:r>
            <a:rPr lang="en-US"/>
            <a:t>Performance issues with complex visualizations.</a:t>
          </a:r>
        </a:p>
      </dgm:t>
    </dgm:pt>
    <dgm:pt modelId="{07317027-DDA3-4A42-AB45-CA6A802F4C71}" type="parTrans" cxnId="{A432D9F7-FDD6-4AE8-93F6-A5241610C40D}">
      <dgm:prSet/>
      <dgm:spPr/>
      <dgm:t>
        <a:bodyPr/>
        <a:lstStyle/>
        <a:p>
          <a:endParaRPr lang="en-US"/>
        </a:p>
      </dgm:t>
    </dgm:pt>
    <dgm:pt modelId="{07C65901-2774-4A45-ACA5-E0803575E7F1}" type="sibTrans" cxnId="{A432D9F7-FDD6-4AE8-93F6-A5241610C40D}">
      <dgm:prSet/>
      <dgm:spPr/>
      <dgm:t>
        <a:bodyPr/>
        <a:lstStyle/>
        <a:p>
          <a:endParaRPr lang="en-US"/>
        </a:p>
      </dgm:t>
    </dgm:pt>
    <dgm:pt modelId="{974D382D-DA00-44D1-863C-52E9E5F92193}" type="pres">
      <dgm:prSet presAssocID="{4D7216A6-62CB-4525-A23D-F971F0AEE7CA}" presName="root" presStyleCnt="0">
        <dgm:presLayoutVars>
          <dgm:dir/>
          <dgm:resizeHandles val="exact"/>
        </dgm:presLayoutVars>
      </dgm:prSet>
      <dgm:spPr/>
    </dgm:pt>
    <dgm:pt modelId="{399E66DC-0E23-4160-AF32-6362A69390E5}" type="pres">
      <dgm:prSet presAssocID="{EFCB6E30-D96A-4279-8DF2-821CE8B42DD2}" presName="compNode" presStyleCnt="0"/>
      <dgm:spPr/>
    </dgm:pt>
    <dgm:pt modelId="{D8D66D59-60D3-43A1-B4B9-422A390B9935}" type="pres">
      <dgm:prSet presAssocID="{EFCB6E30-D96A-4279-8DF2-821CE8B42DD2}"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ar chart"/>
        </a:ext>
      </dgm:extLst>
    </dgm:pt>
    <dgm:pt modelId="{D9D6BAC4-53C8-435F-BA43-DAF187984D69}" type="pres">
      <dgm:prSet presAssocID="{EFCB6E30-D96A-4279-8DF2-821CE8B42DD2}" presName="iconSpace" presStyleCnt="0"/>
      <dgm:spPr/>
    </dgm:pt>
    <dgm:pt modelId="{D30AE3CD-6E4A-46E0-8FC9-D8D7551AC219}" type="pres">
      <dgm:prSet presAssocID="{EFCB6E30-D96A-4279-8DF2-821CE8B42DD2}" presName="parTx" presStyleLbl="revTx" presStyleIdx="0" presStyleCnt="4">
        <dgm:presLayoutVars>
          <dgm:chMax val="0"/>
          <dgm:chPref val="0"/>
        </dgm:presLayoutVars>
      </dgm:prSet>
      <dgm:spPr/>
    </dgm:pt>
    <dgm:pt modelId="{62C43F8F-71D4-487A-AC4E-98747696D1F9}" type="pres">
      <dgm:prSet presAssocID="{EFCB6E30-D96A-4279-8DF2-821CE8B42DD2}" presName="txSpace" presStyleCnt="0"/>
      <dgm:spPr/>
    </dgm:pt>
    <dgm:pt modelId="{62A60A4F-786D-4447-9225-06FBF589FA12}" type="pres">
      <dgm:prSet presAssocID="{EFCB6E30-D96A-4279-8DF2-821CE8B42DD2}" presName="desTx" presStyleLbl="revTx" presStyleIdx="1" presStyleCnt="4">
        <dgm:presLayoutVars/>
      </dgm:prSet>
      <dgm:spPr/>
    </dgm:pt>
    <dgm:pt modelId="{1F06F083-4F24-4F89-97A6-A520C9DA9650}" type="pres">
      <dgm:prSet presAssocID="{D89E3FDB-28F6-4FD9-8905-CE562C070850}" presName="sibTrans" presStyleCnt="0"/>
      <dgm:spPr/>
    </dgm:pt>
    <dgm:pt modelId="{145CD319-51AE-4D6C-B3AF-8B6664B8898B}" type="pres">
      <dgm:prSet presAssocID="{3B93F624-C52D-4243-89D6-D122CE358D3E}" presName="compNode" presStyleCnt="0"/>
      <dgm:spPr/>
    </dgm:pt>
    <dgm:pt modelId="{1AF1B893-BF99-4EC5-9F45-EE1F6D7AA31D}" type="pres">
      <dgm:prSet presAssocID="{3B93F624-C52D-4243-89D6-D122CE358D3E}"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Gauge"/>
        </a:ext>
      </dgm:extLst>
    </dgm:pt>
    <dgm:pt modelId="{C21A8543-25C7-42E3-A8FF-42139BFB31F9}" type="pres">
      <dgm:prSet presAssocID="{3B93F624-C52D-4243-89D6-D122CE358D3E}" presName="iconSpace" presStyleCnt="0"/>
      <dgm:spPr/>
    </dgm:pt>
    <dgm:pt modelId="{1E7E16A1-4B7C-4004-9136-D675C7C5A333}" type="pres">
      <dgm:prSet presAssocID="{3B93F624-C52D-4243-89D6-D122CE358D3E}" presName="parTx" presStyleLbl="revTx" presStyleIdx="2" presStyleCnt="4">
        <dgm:presLayoutVars>
          <dgm:chMax val="0"/>
          <dgm:chPref val="0"/>
        </dgm:presLayoutVars>
      </dgm:prSet>
      <dgm:spPr/>
    </dgm:pt>
    <dgm:pt modelId="{686C2B2A-A7F1-458F-BA7A-E2BA64327D0B}" type="pres">
      <dgm:prSet presAssocID="{3B93F624-C52D-4243-89D6-D122CE358D3E}" presName="txSpace" presStyleCnt="0"/>
      <dgm:spPr/>
    </dgm:pt>
    <dgm:pt modelId="{71FFB98B-32B5-4CD3-8CD3-3349EBB6275E}" type="pres">
      <dgm:prSet presAssocID="{3B93F624-C52D-4243-89D6-D122CE358D3E}" presName="desTx" presStyleLbl="revTx" presStyleIdx="3" presStyleCnt="4">
        <dgm:presLayoutVars/>
      </dgm:prSet>
      <dgm:spPr/>
    </dgm:pt>
  </dgm:ptLst>
  <dgm:cxnLst>
    <dgm:cxn modelId="{AB5E0B09-8398-4033-B436-DB823E3CEE07}" srcId="{EFCB6E30-D96A-4279-8DF2-821CE8B42DD2}" destId="{819C661D-A8EC-4950-8718-F5F23180789F}" srcOrd="2" destOrd="0" parTransId="{68405498-F016-4C98-9AB2-DBF4C2852CAC}" sibTransId="{7A95CF25-580C-454A-94AC-2D922A331122}"/>
    <dgm:cxn modelId="{130C8F10-7EFB-4E8D-84BE-30297F8B6E26}" srcId="{4D7216A6-62CB-4525-A23D-F971F0AEE7CA}" destId="{3B93F624-C52D-4243-89D6-D122CE358D3E}" srcOrd="1" destOrd="0" parTransId="{97964FB2-76CD-4131-942F-17017255ABE2}" sibTransId="{B91BA0BA-F287-4624-9C32-220EAF33AE06}"/>
    <dgm:cxn modelId="{01C72B1E-38D4-41A7-9E55-113F30737C78}" type="presOf" srcId="{522E05A5-B2D2-46DE-AD92-10FFAD14379A}" destId="{71FFB98B-32B5-4CD3-8CD3-3349EBB6275E}" srcOrd="0" destOrd="2" presId="urn:microsoft.com/office/officeart/2018/2/layout/IconLabelDescriptionList"/>
    <dgm:cxn modelId="{FDC12C2A-5192-4FB1-93E9-540F9676702F}" type="presOf" srcId="{19DE1B26-75F3-4A5F-897B-80E00FF10767}" destId="{62A60A4F-786D-4447-9225-06FBF589FA12}" srcOrd="0" destOrd="3" presId="urn:microsoft.com/office/officeart/2018/2/layout/IconLabelDescriptionList"/>
    <dgm:cxn modelId="{7BF4CC2E-1E86-41C8-A86A-C81CF00DC78D}" type="presOf" srcId="{EFCB6E30-D96A-4279-8DF2-821CE8B42DD2}" destId="{D30AE3CD-6E4A-46E0-8FC9-D8D7551AC219}" srcOrd="0" destOrd="0" presId="urn:microsoft.com/office/officeart/2018/2/layout/IconLabelDescriptionList"/>
    <dgm:cxn modelId="{6D1D7C34-2226-4D38-88A8-5A00A23DCBB9}" type="presOf" srcId="{842BB763-111A-4EFE-9C3B-788982DE34CD}" destId="{71FFB98B-32B5-4CD3-8CD3-3349EBB6275E}" srcOrd="0" destOrd="1" presId="urn:microsoft.com/office/officeart/2018/2/layout/IconLabelDescriptionList"/>
    <dgm:cxn modelId="{3F8B7B37-8B8D-409C-A989-211A5F79535B}" srcId="{3B93F624-C52D-4243-89D6-D122CE358D3E}" destId="{842BB763-111A-4EFE-9C3B-788982DE34CD}" srcOrd="1" destOrd="0" parTransId="{2F75B33C-B5E9-4A73-9D8B-68A00B4C6747}" sibTransId="{DE6C105B-F31D-4B1D-ABA5-1E527F5CA14A}"/>
    <dgm:cxn modelId="{0E1D8F37-46A7-4EE2-8C28-BFF4991B1968}" srcId="{4D7216A6-62CB-4525-A23D-F971F0AEE7CA}" destId="{EFCB6E30-D96A-4279-8DF2-821CE8B42DD2}" srcOrd="0" destOrd="0" parTransId="{FDE17632-DA99-4463-9E2B-AED22619F90A}" sibTransId="{D89E3FDB-28F6-4FD9-8905-CE562C070850}"/>
    <dgm:cxn modelId="{F9EC0939-9CD2-4F3F-B7D5-F6434C42EF98}" type="presOf" srcId="{BE32359E-8EF4-4A2F-9361-DAD4B97DC756}" destId="{71FFB98B-32B5-4CD3-8CD3-3349EBB6275E}" srcOrd="0" destOrd="3" presId="urn:microsoft.com/office/officeart/2018/2/layout/IconLabelDescriptionList"/>
    <dgm:cxn modelId="{EF17573B-E22F-4263-B755-8D11C095ECB7}" type="presOf" srcId="{819C661D-A8EC-4950-8718-F5F23180789F}" destId="{62A60A4F-786D-4447-9225-06FBF589FA12}" srcOrd="0" destOrd="2" presId="urn:microsoft.com/office/officeart/2018/2/layout/IconLabelDescriptionList"/>
    <dgm:cxn modelId="{4588EB5F-2FA1-4C30-8D7E-5770F19CC9AC}" srcId="{3B93F624-C52D-4243-89D6-D122CE358D3E}" destId="{522E05A5-B2D2-46DE-AD92-10FFAD14379A}" srcOrd="2" destOrd="0" parTransId="{CA10B966-2426-435D-84DA-F2CBF6B0FE96}" sibTransId="{48DD4E79-D37B-436D-AB6D-853BA908AD9B}"/>
    <dgm:cxn modelId="{1D8DBA41-E70B-4F96-856D-013656B6D4C3}" srcId="{EFCB6E30-D96A-4279-8DF2-821CE8B42DD2}" destId="{19DE1B26-75F3-4A5F-897B-80E00FF10767}" srcOrd="3" destOrd="0" parTransId="{49D42B57-F0AD-477C-B370-B498D8CC7ADB}" sibTransId="{F3539108-1E9A-48BF-9487-F4E7F985E4F9}"/>
    <dgm:cxn modelId="{C36C4E6D-763C-4B71-98B9-61D43FB9F1E5}" type="presOf" srcId="{1E0279D3-C5B9-4B97-AC5D-4BC3A408A99D}" destId="{71FFB98B-32B5-4CD3-8CD3-3349EBB6275E}" srcOrd="0" destOrd="0" presId="urn:microsoft.com/office/officeart/2018/2/layout/IconLabelDescriptionList"/>
    <dgm:cxn modelId="{F10B3785-DF7B-4CD4-A410-7315DCA81E5F}" srcId="{EFCB6E30-D96A-4279-8DF2-821CE8B42DD2}" destId="{E1DBF8BF-4758-4DF8-8AFB-BC26D554EE44}" srcOrd="1" destOrd="0" parTransId="{9347D652-D760-4802-A0DE-B37F57E9EC48}" sibTransId="{DF09D339-1222-40C4-9A5B-1CE0439606FD}"/>
    <dgm:cxn modelId="{4867B686-9FC3-4713-BD38-F9471D1C7703}" type="presOf" srcId="{3B93F624-C52D-4243-89D6-D122CE358D3E}" destId="{1E7E16A1-4B7C-4004-9136-D675C7C5A333}" srcOrd="0" destOrd="0" presId="urn:microsoft.com/office/officeart/2018/2/layout/IconLabelDescriptionList"/>
    <dgm:cxn modelId="{4247A988-5195-41C1-B1C6-B4AFDCF4859C}" srcId="{EFCB6E30-D96A-4279-8DF2-821CE8B42DD2}" destId="{07BE31A3-0002-4B11-A018-08DFE82436E1}" srcOrd="0" destOrd="0" parTransId="{EC0BC341-F58C-4D58-86BA-FF2B4976DA66}" sibTransId="{E789CDEF-861C-46D1-9E8F-2A27ADE1C5F1}"/>
    <dgm:cxn modelId="{AF6E64C3-C366-4781-B8C1-C6D7DCC7F547}" type="presOf" srcId="{07BE31A3-0002-4B11-A018-08DFE82436E1}" destId="{62A60A4F-786D-4447-9225-06FBF589FA12}" srcOrd="0" destOrd="0" presId="urn:microsoft.com/office/officeart/2018/2/layout/IconLabelDescriptionList"/>
    <dgm:cxn modelId="{7D7147CA-3974-4CB9-97BB-C69105A05E1D}" type="presOf" srcId="{E1DBF8BF-4758-4DF8-8AFB-BC26D554EE44}" destId="{62A60A4F-786D-4447-9225-06FBF589FA12}" srcOrd="0" destOrd="1" presId="urn:microsoft.com/office/officeart/2018/2/layout/IconLabelDescriptionList"/>
    <dgm:cxn modelId="{D49B1DD7-0398-482E-9E37-80032949E62E}" srcId="{3B93F624-C52D-4243-89D6-D122CE358D3E}" destId="{1E0279D3-C5B9-4B97-AC5D-4BC3A408A99D}" srcOrd="0" destOrd="0" parTransId="{DBE4B569-63C7-4772-AB29-1089A1C996DB}" sibTransId="{73410501-36D0-4726-A0A8-97948831D957}"/>
    <dgm:cxn modelId="{6AB45BF0-7520-42CF-AA89-EED67E1A57D6}" type="presOf" srcId="{4D7216A6-62CB-4525-A23D-F971F0AEE7CA}" destId="{974D382D-DA00-44D1-863C-52E9E5F92193}" srcOrd="0" destOrd="0" presId="urn:microsoft.com/office/officeart/2018/2/layout/IconLabelDescriptionList"/>
    <dgm:cxn modelId="{A432D9F7-FDD6-4AE8-93F6-A5241610C40D}" srcId="{3B93F624-C52D-4243-89D6-D122CE358D3E}" destId="{BE32359E-8EF4-4A2F-9361-DAD4B97DC756}" srcOrd="3" destOrd="0" parTransId="{07317027-DDA3-4A42-AB45-CA6A802F4C71}" sibTransId="{07C65901-2774-4A45-ACA5-E0803575E7F1}"/>
    <dgm:cxn modelId="{B69C321B-B984-46AC-8CFD-C7B7C6B4C1D5}" type="presParOf" srcId="{974D382D-DA00-44D1-863C-52E9E5F92193}" destId="{399E66DC-0E23-4160-AF32-6362A69390E5}" srcOrd="0" destOrd="0" presId="urn:microsoft.com/office/officeart/2018/2/layout/IconLabelDescriptionList"/>
    <dgm:cxn modelId="{B1428005-C4A8-42DF-8FBD-89544778C516}" type="presParOf" srcId="{399E66DC-0E23-4160-AF32-6362A69390E5}" destId="{D8D66D59-60D3-43A1-B4B9-422A390B9935}" srcOrd="0" destOrd="0" presId="urn:microsoft.com/office/officeart/2018/2/layout/IconLabelDescriptionList"/>
    <dgm:cxn modelId="{C61F8C24-5585-49E0-AFA3-93D890740178}" type="presParOf" srcId="{399E66DC-0E23-4160-AF32-6362A69390E5}" destId="{D9D6BAC4-53C8-435F-BA43-DAF187984D69}" srcOrd="1" destOrd="0" presId="urn:microsoft.com/office/officeart/2018/2/layout/IconLabelDescriptionList"/>
    <dgm:cxn modelId="{0915ABC9-39C7-40B2-8312-E0DB2AA73ACE}" type="presParOf" srcId="{399E66DC-0E23-4160-AF32-6362A69390E5}" destId="{D30AE3CD-6E4A-46E0-8FC9-D8D7551AC219}" srcOrd="2" destOrd="0" presId="urn:microsoft.com/office/officeart/2018/2/layout/IconLabelDescriptionList"/>
    <dgm:cxn modelId="{465B6C53-67C8-4624-BAD0-A217AAEF6935}" type="presParOf" srcId="{399E66DC-0E23-4160-AF32-6362A69390E5}" destId="{62C43F8F-71D4-487A-AC4E-98747696D1F9}" srcOrd="3" destOrd="0" presId="urn:microsoft.com/office/officeart/2018/2/layout/IconLabelDescriptionList"/>
    <dgm:cxn modelId="{B21ED1C0-BF0F-49FE-92E6-0EF626794C92}" type="presParOf" srcId="{399E66DC-0E23-4160-AF32-6362A69390E5}" destId="{62A60A4F-786D-4447-9225-06FBF589FA12}" srcOrd="4" destOrd="0" presId="urn:microsoft.com/office/officeart/2018/2/layout/IconLabelDescriptionList"/>
    <dgm:cxn modelId="{2A0E6D67-903F-4554-A41A-EEA654D895C7}" type="presParOf" srcId="{974D382D-DA00-44D1-863C-52E9E5F92193}" destId="{1F06F083-4F24-4F89-97A6-A520C9DA9650}" srcOrd="1" destOrd="0" presId="urn:microsoft.com/office/officeart/2018/2/layout/IconLabelDescriptionList"/>
    <dgm:cxn modelId="{A594CACC-27B8-4FF3-A2AB-E6AF97DFBA15}" type="presParOf" srcId="{974D382D-DA00-44D1-863C-52E9E5F92193}" destId="{145CD319-51AE-4D6C-B3AF-8B6664B8898B}" srcOrd="2" destOrd="0" presId="urn:microsoft.com/office/officeart/2018/2/layout/IconLabelDescriptionList"/>
    <dgm:cxn modelId="{6BADB2A5-8714-469E-9251-463AC6CED41D}" type="presParOf" srcId="{145CD319-51AE-4D6C-B3AF-8B6664B8898B}" destId="{1AF1B893-BF99-4EC5-9F45-EE1F6D7AA31D}" srcOrd="0" destOrd="0" presId="urn:microsoft.com/office/officeart/2018/2/layout/IconLabelDescriptionList"/>
    <dgm:cxn modelId="{DEF13461-CD0D-41EE-9412-097993FE3D94}" type="presParOf" srcId="{145CD319-51AE-4D6C-B3AF-8B6664B8898B}" destId="{C21A8543-25C7-42E3-A8FF-42139BFB31F9}" srcOrd="1" destOrd="0" presId="urn:microsoft.com/office/officeart/2018/2/layout/IconLabelDescriptionList"/>
    <dgm:cxn modelId="{CF18A0B8-DBF1-4FF8-9A8E-7453D8E0ED2F}" type="presParOf" srcId="{145CD319-51AE-4D6C-B3AF-8B6664B8898B}" destId="{1E7E16A1-4B7C-4004-9136-D675C7C5A333}" srcOrd="2" destOrd="0" presId="urn:microsoft.com/office/officeart/2018/2/layout/IconLabelDescriptionList"/>
    <dgm:cxn modelId="{3CCA9C98-D3F9-4993-B144-4B57BFA24429}" type="presParOf" srcId="{145CD319-51AE-4D6C-B3AF-8B6664B8898B}" destId="{686C2B2A-A7F1-458F-BA7A-E2BA64327D0B}" srcOrd="3" destOrd="0" presId="urn:microsoft.com/office/officeart/2018/2/layout/IconLabelDescriptionList"/>
    <dgm:cxn modelId="{97A7DCE4-190A-41C7-90B9-D61B23791B23}" type="presParOf" srcId="{145CD319-51AE-4D6C-B3AF-8B6664B8898B}" destId="{71FFB98B-32B5-4CD3-8CD3-3349EBB6275E}"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0472F51C-D05B-46BC-82E7-DE9DEB9D0258}" type="doc">
      <dgm:prSet loTypeId="urn:microsoft.com/office/officeart/2018/2/layout/IconLabelDescriptionList" loCatId="icon" qsTypeId="urn:microsoft.com/office/officeart/2005/8/quickstyle/simple1" qsCatId="simple" csTypeId="urn:microsoft.com/office/officeart/2005/8/colors/accent1_2" csCatId="accent1" phldr="1"/>
      <dgm:spPr/>
      <dgm:t>
        <a:bodyPr/>
        <a:lstStyle/>
        <a:p>
          <a:endParaRPr lang="en-US"/>
        </a:p>
      </dgm:t>
    </dgm:pt>
    <dgm:pt modelId="{2782A790-4A34-4DDC-82EE-21561676AD76}">
      <dgm:prSet/>
      <dgm:spPr/>
      <dgm:t>
        <a:bodyPr/>
        <a:lstStyle/>
        <a:p>
          <a:pPr>
            <a:lnSpc>
              <a:spcPct val="100000"/>
            </a:lnSpc>
            <a:defRPr b="1"/>
          </a:pPr>
          <a:r>
            <a:rPr lang="en-US" b="1" dirty="0"/>
            <a:t>Advantages:</a:t>
          </a:r>
          <a:endParaRPr lang="en-US" dirty="0"/>
        </a:p>
      </dgm:t>
    </dgm:pt>
    <dgm:pt modelId="{17B2917D-365C-4F30-8ADF-0C9F631187A5}" type="parTrans" cxnId="{A5B86F05-31AC-4C7D-8811-217042219719}">
      <dgm:prSet/>
      <dgm:spPr/>
      <dgm:t>
        <a:bodyPr/>
        <a:lstStyle/>
        <a:p>
          <a:endParaRPr lang="en-US"/>
        </a:p>
      </dgm:t>
    </dgm:pt>
    <dgm:pt modelId="{5B37158F-456D-438A-9D22-81F50D000C59}" type="sibTrans" cxnId="{A5B86F05-31AC-4C7D-8811-217042219719}">
      <dgm:prSet/>
      <dgm:spPr/>
      <dgm:t>
        <a:bodyPr/>
        <a:lstStyle/>
        <a:p>
          <a:endParaRPr lang="en-US"/>
        </a:p>
      </dgm:t>
    </dgm:pt>
    <dgm:pt modelId="{072EC34A-4331-4DB8-A596-5FAB85CD7ADB}">
      <dgm:prSet/>
      <dgm:spPr/>
      <dgm:t>
        <a:bodyPr/>
        <a:lstStyle/>
        <a:p>
          <a:pPr>
            <a:lnSpc>
              <a:spcPct val="100000"/>
            </a:lnSpc>
          </a:pPr>
          <a:r>
            <a:rPr lang="en-US" dirty="0"/>
            <a:t>Strong integration with Microsoft ecosystem.</a:t>
          </a:r>
        </a:p>
      </dgm:t>
    </dgm:pt>
    <dgm:pt modelId="{E3BD81E8-02A2-4483-AD76-37C13E330D98}" type="parTrans" cxnId="{EF877EAC-885D-4922-B5B9-8597EEE62932}">
      <dgm:prSet/>
      <dgm:spPr/>
      <dgm:t>
        <a:bodyPr/>
        <a:lstStyle/>
        <a:p>
          <a:endParaRPr lang="en-US"/>
        </a:p>
      </dgm:t>
    </dgm:pt>
    <dgm:pt modelId="{A64C2F84-3BFE-4990-AA5D-8A33639453E2}" type="sibTrans" cxnId="{EF877EAC-885D-4922-B5B9-8597EEE62932}">
      <dgm:prSet/>
      <dgm:spPr/>
      <dgm:t>
        <a:bodyPr/>
        <a:lstStyle/>
        <a:p>
          <a:endParaRPr lang="en-US"/>
        </a:p>
      </dgm:t>
    </dgm:pt>
    <dgm:pt modelId="{A8553FB7-70E5-44FE-B04A-027F859C593E}">
      <dgm:prSet/>
      <dgm:spPr/>
      <dgm:t>
        <a:bodyPr/>
        <a:lstStyle/>
        <a:p>
          <a:pPr>
            <a:lnSpc>
              <a:spcPct val="100000"/>
            </a:lnSpc>
          </a:pPr>
          <a:r>
            <a:rPr lang="en-US" dirty="0"/>
            <a:t>Interactive dashboards and real-time data visualization.</a:t>
          </a:r>
        </a:p>
      </dgm:t>
    </dgm:pt>
    <dgm:pt modelId="{78583737-E0A9-4E55-B824-0C42DA0313E7}" type="parTrans" cxnId="{83039468-B575-427F-857C-890661632CC9}">
      <dgm:prSet/>
      <dgm:spPr/>
      <dgm:t>
        <a:bodyPr/>
        <a:lstStyle/>
        <a:p>
          <a:endParaRPr lang="en-US"/>
        </a:p>
      </dgm:t>
    </dgm:pt>
    <dgm:pt modelId="{AF5A8204-52AD-489C-8E89-17CFBE588FDA}" type="sibTrans" cxnId="{83039468-B575-427F-857C-890661632CC9}">
      <dgm:prSet/>
      <dgm:spPr/>
      <dgm:t>
        <a:bodyPr/>
        <a:lstStyle/>
        <a:p>
          <a:endParaRPr lang="en-US"/>
        </a:p>
      </dgm:t>
    </dgm:pt>
    <dgm:pt modelId="{3AEE89FA-052D-48B5-A543-0D82AA6FA0C5}">
      <dgm:prSet/>
      <dgm:spPr/>
      <dgm:t>
        <a:bodyPr/>
        <a:lstStyle/>
        <a:p>
          <a:pPr>
            <a:lnSpc>
              <a:spcPct val="100000"/>
            </a:lnSpc>
          </a:pPr>
          <a:r>
            <a:rPr lang="en-US" dirty="0"/>
            <a:t>AI-powered insights and advanced DAX calculations.</a:t>
          </a:r>
        </a:p>
      </dgm:t>
    </dgm:pt>
    <dgm:pt modelId="{9503BF56-3577-401F-B8C8-B80978FB2D0E}" type="parTrans" cxnId="{BA9E5C2D-72CD-49F7-A1C7-2C89E47E1F52}">
      <dgm:prSet/>
      <dgm:spPr/>
      <dgm:t>
        <a:bodyPr/>
        <a:lstStyle/>
        <a:p>
          <a:endParaRPr lang="en-US"/>
        </a:p>
      </dgm:t>
    </dgm:pt>
    <dgm:pt modelId="{4FB1822D-3D75-46CE-A7D4-59A747E78E17}" type="sibTrans" cxnId="{BA9E5C2D-72CD-49F7-A1C7-2C89E47E1F52}">
      <dgm:prSet/>
      <dgm:spPr/>
      <dgm:t>
        <a:bodyPr/>
        <a:lstStyle/>
        <a:p>
          <a:endParaRPr lang="en-US"/>
        </a:p>
      </dgm:t>
    </dgm:pt>
    <dgm:pt modelId="{440B4791-76AF-4969-8459-8FE61254E1FE}">
      <dgm:prSet/>
      <dgm:spPr/>
      <dgm:t>
        <a:bodyPr/>
        <a:lstStyle/>
        <a:p>
          <a:pPr>
            <a:lnSpc>
              <a:spcPct val="100000"/>
            </a:lnSpc>
          </a:pPr>
          <a:r>
            <a:rPr lang="en-US"/>
            <a:t>Handles large datasets efficiently.</a:t>
          </a:r>
        </a:p>
      </dgm:t>
    </dgm:pt>
    <dgm:pt modelId="{86E372C1-1E2F-45EA-A46C-82A721288AAC}" type="parTrans" cxnId="{8C6BCC6F-5981-4DE1-B7D9-829D570760BE}">
      <dgm:prSet/>
      <dgm:spPr/>
      <dgm:t>
        <a:bodyPr/>
        <a:lstStyle/>
        <a:p>
          <a:endParaRPr lang="en-US"/>
        </a:p>
      </dgm:t>
    </dgm:pt>
    <dgm:pt modelId="{607D458C-27EC-41D6-AF25-0109289DA11E}" type="sibTrans" cxnId="{8C6BCC6F-5981-4DE1-B7D9-829D570760BE}">
      <dgm:prSet/>
      <dgm:spPr/>
      <dgm:t>
        <a:bodyPr/>
        <a:lstStyle/>
        <a:p>
          <a:endParaRPr lang="en-US"/>
        </a:p>
      </dgm:t>
    </dgm:pt>
    <dgm:pt modelId="{F29889C0-6E7A-4CBE-A587-A91A3A839660}">
      <dgm:prSet/>
      <dgm:spPr/>
      <dgm:t>
        <a:bodyPr/>
        <a:lstStyle/>
        <a:p>
          <a:pPr>
            <a:lnSpc>
              <a:spcPct val="100000"/>
            </a:lnSpc>
            <a:defRPr b="1"/>
          </a:pPr>
          <a:r>
            <a:rPr lang="en-US" b="1"/>
            <a:t>Disadvantages:</a:t>
          </a:r>
          <a:endParaRPr lang="en-US"/>
        </a:p>
      </dgm:t>
    </dgm:pt>
    <dgm:pt modelId="{89B91EFC-962D-40F3-BC58-F41B2462F5AF}" type="parTrans" cxnId="{EC730DB4-4556-4E45-B5B1-EB1310D906B0}">
      <dgm:prSet/>
      <dgm:spPr/>
      <dgm:t>
        <a:bodyPr/>
        <a:lstStyle/>
        <a:p>
          <a:endParaRPr lang="en-US"/>
        </a:p>
      </dgm:t>
    </dgm:pt>
    <dgm:pt modelId="{4D4D4DDF-C281-4B12-96B8-652B112FC397}" type="sibTrans" cxnId="{EC730DB4-4556-4E45-B5B1-EB1310D906B0}">
      <dgm:prSet/>
      <dgm:spPr/>
      <dgm:t>
        <a:bodyPr/>
        <a:lstStyle/>
        <a:p>
          <a:endParaRPr lang="en-US"/>
        </a:p>
      </dgm:t>
    </dgm:pt>
    <dgm:pt modelId="{4D038937-E37D-4553-B1C2-805F3B6FA976}">
      <dgm:prSet/>
      <dgm:spPr/>
      <dgm:t>
        <a:bodyPr/>
        <a:lstStyle/>
        <a:p>
          <a:pPr>
            <a:lnSpc>
              <a:spcPct val="100000"/>
            </a:lnSpc>
          </a:pPr>
          <a:r>
            <a:rPr lang="en-US"/>
            <a:t>Requires Power BI Pro for sharing reports.</a:t>
          </a:r>
        </a:p>
      </dgm:t>
    </dgm:pt>
    <dgm:pt modelId="{8139F35C-5140-4F13-B67D-0B5B5E5EC296}" type="parTrans" cxnId="{DE0074DE-0B79-4BCD-A80E-2D9594E2A83F}">
      <dgm:prSet/>
      <dgm:spPr/>
      <dgm:t>
        <a:bodyPr/>
        <a:lstStyle/>
        <a:p>
          <a:endParaRPr lang="en-US"/>
        </a:p>
      </dgm:t>
    </dgm:pt>
    <dgm:pt modelId="{2A7CFEAA-7416-4C9D-98D8-06BF9D23F7EA}" type="sibTrans" cxnId="{DE0074DE-0B79-4BCD-A80E-2D9594E2A83F}">
      <dgm:prSet/>
      <dgm:spPr/>
      <dgm:t>
        <a:bodyPr/>
        <a:lstStyle/>
        <a:p>
          <a:endParaRPr lang="en-US"/>
        </a:p>
      </dgm:t>
    </dgm:pt>
    <dgm:pt modelId="{8E4A20CE-19CB-4D68-85AC-2A4040ED1877}">
      <dgm:prSet/>
      <dgm:spPr/>
      <dgm:t>
        <a:bodyPr/>
        <a:lstStyle/>
        <a:p>
          <a:pPr>
            <a:lnSpc>
              <a:spcPct val="100000"/>
            </a:lnSpc>
          </a:pPr>
          <a:r>
            <a:rPr lang="en-US"/>
            <a:t>Steeper learning curve for advanced features.</a:t>
          </a:r>
        </a:p>
      </dgm:t>
    </dgm:pt>
    <dgm:pt modelId="{7E916DC3-9CDE-4955-87E5-572E6752543B}" type="parTrans" cxnId="{50782C69-946A-4548-820D-E7542DABDF33}">
      <dgm:prSet/>
      <dgm:spPr/>
      <dgm:t>
        <a:bodyPr/>
        <a:lstStyle/>
        <a:p>
          <a:endParaRPr lang="en-US"/>
        </a:p>
      </dgm:t>
    </dgm:pt>
    <dgm:pt modelId="{D42875AA-FAD5-4475-A1E3-843F61ABA26D}" type="sibTrans" cxnId="{50782C69-946A-4548-820D-E7542DABDF33}">
      <dgm:prSet/>
      <dgm:spPr/>
      <dgm:t>
        <a:bodyPr/>
        <a:lstStyle/>
        <a:p>
          <a:endParaRPr lang="en-US"/>
        </a:p>
      </dgm:t>
    </dgm:pt>
    <dgm:pt modelId="{B0ACC848-A4D2-4969-9672-0A0C5DCB3428}">
      <dgm:prSet/>
      <dgm:spPr/>
      <dgm:t>
        <a:bodyPr/>
        <a:lstStyle/>
        <a:p>
          <a:pPr>
            <a:lnSpc>
              <a:spcPct val="100000"/>
            </a:lnSpc>
          </a:pPr>
          <a:r>
            <a:rPr lang="en-US"/>
            <a:t>Less customization compared to Tableau.</a:t>
          </a:r>
        </a:p>
      </dgm:t>
    </dgm:pt>
    <dgm:pt modelId="{A6096835-AB6A-4202-91A1-7EA9EE286ECF}" type="parTrans" cxnId="{1CBBD0F4-3DD7-4E01-A14C-EC4404D3F6BB}">
      <dgm:prSet/>
      <dgm:spPr/>
      <dgm:t>
        <a:bodyPr/>
        <a:lstStyle/>
        <a:p>
          <a:endParaRPr lang="en-US"/>
        </a:p>
      </dgm:t>
    </dgm:pt>
    <dgm:pt modelId="{CCA8F4AA-3D79-4BC8-84ED-33B31542BE10}" type="sibTrans" cxnId="{1CBBD0F4-3DD7-4E01-A14C-EC4404D3F6BB}">
      <dgm:prSet/>
      <dgm:spPr/>
      <dgm:t>
        <a:bodyPr/>
        <a:lstStyle/>
        <a:p>
          <a:endParaRPr lang="en-US"/>
        </a:p>
      </dgm:t>
    </dgm:pt>
    <dgm:pt modelId="{CE64332B-77AA-495D-9679-49A128DA95FE}">
      <dgm:prSet/>
      <dgm:spPr/>
      <dgm:t>
        <a:bodyPr/>
        <a:lstStyle/>
        <a:p>
          <a:pPr>
            <a:lnSpc>
              <a:spcPct val="100000"/>
            </a:lnSpc>
          </a:pPr>
          <a:r>
            <a:rPr lang="en-US"/>
            <a:t>Cloud dependency for full functionality.</a:t>
          </a:r>
        </a:p>
      </dgm:t>
    </dgm:pt>
    <dgm:pt modelId="{FA3BEB2A-753B-4D07-B263-9F971E2C268A}" type="parTrans" cxnId="{72489FD1-F68E-4CBD-8EB7-612FBD7D44F8}">
      <dgm:prSet/>
      <dgm:spPr/>
      <dgm:t>
        <a:bodyPr/>
        <a:lstStyle/>
        <a:p>
          <a:endParaRPr lang="en-US"/>
        </a:p>
      </dgm:t>
    </dgm:pt>
    <dgm:pt modelId="{D5B4A247-FAD4-4388-AF19-6DEB9F34E2C3}" type="sibTrans" cxnId="{72489FD1-F68E-4CBD-8EB7-612FBD7D44F8}">
      <dgm:prSet/>
      <dgm:spPr/>
      <dgm:t>
        <a:bodyPr/>
        <a:lstStyle/>
        <a:p>
          <a:endParaRPr lang="en-US"/>
        </a:p>
      </dgm:t>
    </dgm:pt>
    <dgm:pt modelId="{3274E701-EE9F-4503-9ECE-276A8F69059D}" type="pres">
      <dgm:prSet presAssocID="{0472F51C-D05B-46BC-82E7-DE9DEB9D0258}" presName="root" presStyleCnt="0">
        <dgm:presLayoutVars>
          <dgm:dir/>
          <dgm:resizeHandles val="exact"/>
        </dgm:presLayoutVars>
      </dgm:prSet>
      <dgm:spPr/>
    </dgm:pt>
    <dgm:pt modelId="{257C0EDC-DAA7-4C4C-B662-D3BD22339FEE}" type="pres">
      <dgm:prSet presAssocID="{2782A790-4A34-4DDC-82EE-21561676AD76}" presName="compNode" presStyleCnt="0"/>
      <dgm:spPr/>
    </dgm:pt>
    <dgm:pt modelId="{96E6061D-3E23-4C35-A607-03898B0EB00E}" type="pres">
      <dgm:prSet presAssocID="{2782A790-4A34-4DDC-82EE-21561676AD76}" presName="iconRect" presStyleLbl="node1" presStyleIdx="0" presStyleCnt="2" custLinFactNeighborX="-37128" custLinFactNeighborY="3270"/>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ead with Gears"/>
        </a:ext>
      </dgm:extLst>
    </dgm:pt>
    <dgm:pt modelId="{3A606615-4B58-447E-A174-91BED646E778}" type="pres">
      <dgm:prSet presAssocID="{2782A790-4A34-4DDC-82EE-21561676AD76}" presName="iconSpace" presStyleCnt="0"/>
      <dgm:spPr/>
    </dgm:pt>
    <dgm:pt modelId="{5CFA0F99-0FAC-414C-ACEA-2B79A30F503A}" type="pres">
      <dgm:prSet presAssocID="{2782A790-4A34-4DDC-82EE-21561676AD76}" presName="parTx" presStyleLbl="revTx" presStyleIdx="0" presStyleCnt="4" custLinFactNeighborX="-12995" custLinFactNeighborY="7631">
        <dgm:presLayoutVars>
          <dgm:chMax val="0"/>
          <dgm:chPref val="0"/>
        </dgm:presLayoutVars>
      </dgm:prSet>
      <dgm:spPr/>
    </dgm:pt>
    <dgm:pt modelId="{44C5D327-494D-4DD4-B0B4-CC2396A8D93F}" type="pres">
      <dgm:prSet presAssocID="{2782A790-4A34-4DDC-82EE-21561676AD76}" presName="txSpace" presStyleCnt="0"/>
      <dgm:spPr/>
    </dgm:pt>
    <dgm:pt modelId="{5EC47DD6-E71F-453E-86E7-D37025D7890C}" type="pres">
      <dgm:prSet presAssocID="{2782A790-4A34-4DDC-82EE-21561676AD76}" presName="desTx" presStyleLbl="revTx" presStyleIdx="1" presStyleCnt="4" custLinFactNeighborX="-12995" custLinFactNeighborY="2794">
        <dgm:presLayoutVars/>
      </dgm:prSet>
      <dgm:spPr/>
    </dgm:pt>
    <dgm:pt modelId="{EBD29BB7-1BF4-4A8A-BA55-6A0417A61131}" type="pres">
      <dgm:prSet presAssocID="{5B37158F-456D-438A-9D22-81F50D000C59}" presName="sibTrans" presStyleCnt="0"/>
      <dgm:spPr/>
    </dgm:pt>
    <dgm:pt modelId="{AD67E5BA-5627-4526-A17B-825856BD5839}" type="pres">
      <dgm:prSet presAssocID="{F29889C0-6E7A-4CBE-A587-A91A3A839660}" presName="compNode" presStyleCnt="0"/>
      <dgm:spPr/>
    </dgm:pt>
    <dgm:pt modelId="{0F8473F1-C0DC-4B75-8182-0DF554543A1E}" type="pres">
      <dgm:prSet presAssocID="{F29889C0-6E7A-4CBE-A587-A91A3A839660}"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Electric Car"/>
        </a:ext>
      </dgm:extLst>
    </dgm:pt>
    <dgm:pt modelId="{AEB13F34-611B-4C44-A2FA-0248595395D2}" type="pres">
      <dgm:prSet presAssocID="{F29889C0-6E7A-4CBE-A587-A91A3A839660}" presName="iconSpace" presStyleCnt="0"/>
      <dgm:spPr/>
    </dgm:pt>
    <dgm:pt modelId="{1F2FDB71-AD8E-43AD-8ADB-904517E8A655}" type="pres">
      <dgm:prSet presAssocID="{F29889C0-6E7A-4CBE-A587-A91A3A839660}" presName="parTx" presStyleLbl="revTx" presStyleIdx="2" presStyleCnt="4">
        <dgm:presLayoutVars>
          <dgm:chMax val="0"/>
          <dgm:chPref val="0"/>
        </dgm:presLayoutVars>
      </dgm:prSet>
      <dgm:spPr/>
    </dgm:pt>
    <dgm:pt modelId="{DFAE3914-A25D-46EB-8F42-FC83063EE47D}" type="pres">
      <dgm:prSet presAssocID="{F29889C0-6E7A-4CBE-A587-A91A3A839660}" presName="txSpace" presStyleCnt="0"/>
      <dgm:spPr/>
    </dgm:pt>
    <dgm:pt modelId="{03144B94-F7D5-4E06-AB28-F8796995CCAB}" type="pres">
      <dgm:prSet presAssocID="{F29889C0-6E7A-4CBE-A587-A91A3A839660}" presName="desTx" presStyleLbl="revTx" presStyleIdx="3" presStyleCnt="4">
        <dgm:presLayoutVars/>
      </dgm:prSet>
      <dgm:spPr/>
    </dgm:pt>
  </dgm:ptLst>
  <dgm:cxnLst>
    <dgm:cxn modelId="{A5B86F05-31AC-4C7D-8811-217042219719}" srcId="{0472F51C-D05B-46BC-82E7-DE9DEB9D0258}" destId="{2782A790-4A34-4DDC-82EE-21561676AD76}" srcOrd="0" destOrd="0" parTransId="{17B2917D-365C-4F30-8ADF-0C9F631187A5}" sibTransId="{5B37158F-456D-438A-9D22-81F50D000C59}"/>
    <dgm:cxn modelId="{BA9E5C2D-72CD-49F7-A1C7-2C89E47E1F52}" srcId="{2782A790-4A34-4DDC-82EE-21561676AD76}" destId="{3AEE89FA-052D-48B5-A543-0D82AA6FA0C5}" srcOrd="2" destOrd="0" parTransId="{9503BF56-3577-401F-B8C8-B80978FB2D0E}" sibTransId="{4FB1822D-3D75-46CE-A7D4-59A747E78E17}"/>
    <dgm:cxn modelId="{D176145F-8CF1-4790-836A-E7589DF14A0C}" type="presOf" srcId="{440B4791-76AF-4969-8459-8FE61254E1FE}" destId="{5EC47DD6-E71F-453E-86E7-D37025D7890C}" srcOrd="0" destOrd="3" presId="urn:microsoft.com/office/officeart/2018/2/layout/IconLabelDescriptionList"/>
    <dgm:cxn modelId="{98B59C5F-05F5-4F40-9E36-C464A6AEE40C}" type="presOf" srcId="{2782A790-4A34-4DDC-82EE-21561676AD76}" destId="{5CFA0F99-0FAC-414C-ACEA-2B79A30F503A}" srcOrd="0" destOrd="0" presId="urn:microsoft.com/office/officeart/2018/2/layout/IconLabelDescriptionList"/>
    <dgm:cxn modelId="{B97E7560-F9C9-41C2-9B87-2796B2FC6B10}" type="presOf" srcId="{072EC34A-4331-4DB8-A596-5FAB85CD7ADB}" destId="{5EC47DD6-E71F-453E-86E7-D37025D7890C}" srcOrd="0" destOrd="0" presId="urn:microsoft.com/office/officeart/2018/2/layout/IconLabelDescriptionList"/>
    <dgm:cxn modelId="{809B4243-9788-4332-B7C8-D84B9837F404}" type="presOf" srcId="{B0ACC848-A4D2-4969-9672-0A0C5DCB3428}" destId="{03144B94-F7D5-4E06-AB28-F8796995CCAB}" srcOrd="0" destOrd="2" presId="urn:microsoft.com/office/officeart/2018/2/layout/IconLabelDescriptionList"/>
    <dgm:cxn modelId="{AE5F6B45-05C3-4D68-809E-E88A2C92D89B}" type="presOf" srcId="{3AEE89FA-052D-48B5-A543-0D82AA6FA0C5}" destId="{5EC47DD6-E71F-453E-86E7-D37025D7890C}" srcOrd="0" destOrd="2" presId="urn:microsoft.com/office/officeart/2018/2/layout/IconLabelDescriptionList"/>
    <dgm:cxn modelId="{83039468-B575-427F-857C-890661632CC9}" srcId="{2782A790-4A34-4DDC-82EE-21561676AD76}" destId="{A8553FB7-70E5-44FE-B04A-027F859C593E}" srcOrd="1" destOrd="0" parTransId="{78583737-E0A9-4E55-B824-0C42DA0313E7}" sibTransId="{AF5A8204-52AD-489C-8E89-17CFBE588FDA}"/>
    <dgm:cxn modelId="{50782C69-946A-4548-820D-E7542DABDF33}" srcId="{F29889C0-6E7A-4CBE-A587-A91A3A839660}" destId="{8E4A20CE-19CB-4D68-85AC-2A4040ED1877}" srcOrd="1" destOrd="0" parTransId="{7E916DC3-9CDE-4955-87E5-572E6752543B}" sibTransId="{D42875AA-FAD5-4475-A1E3-843F61ABA26D}"/>
    <dgm:cxn modelId="{1D02794B-5189-4FA8-A01E-8B060013C9D6}" type="presOf" srcId="{F29889C0-6E7A-4CBE-A587-A91A3A839660}" destId="{1F2FDB71-AD8E-43AD-8ADB-904517E8A655}" srcOrd="0" destOrd="0" presId="urn:microsoft.com/office/officeart/2018/2/layout/IconLabelDescriptionList"/>
    <dgm:cxn modelId="{8C6BCC6F-5981-4DE1-B7D9-829D570760BE}" srcId="{2782A790-4A34-4DDC-82EE-21561676AD76}" destId="{440B4791-76AF-4969-8459-8FE61254E1FE}" srcOrd="3" destOrd="0" parTransId="{86E372C1-1E2F-45EA-A46C-82A721288AAC}" sibTransId="{607D458C-27EC-41D6-AF25-0109289DA11E}"/>
    <dgm:cxn modelId="{EF877EAC-885D-4922-B5B9-8597EEE62932}" srcId="{2782A790-4A34-4DDC-82EE-21561676AD76}" destId="{072EC34A-4331-4DB8-A596-5FAB85CD7ADB}" srcOrd="0" destOrd="0" parTransId="{E3BD81E8-02A2-4483-AD76-37C13E330D98}" sibTransId="{A64C2F84-3BFE-4990-AA5D-8A33639453E2}"/>
    <dgm:cxn modelId="{8F809CAD-BF9E-4F6F-B39F-546D699B9B39}" type="presOf" srcId="{4D038937-E37D-4553-B1C2-805F3B6FA976}" destId="{03144B94-F7D5-4E06-AB28-F8796995CCAB}" srcOrd="0" destOrd="0" presId="urn:microsoft.com/office/officeart/2018/2/layout/IconLabelDescriptionList"/>
    <dgm:cxn modelId="{EC730DB4-4556-4E45-B5B1-EB1310D906B0}" srcId="{0472F51C-D05B-46BC-82E7-DE9DEB9D0258}" destId="{F29889C0-6E7A-4CBE-A587-A91A3A839660}" srcOrd="1" destOrd="0" parTransId="{89B91EFC-962D-40F3-BC58-F41B2462F5AF}" sibTransId="{4D4D4DDF-C281-4B12-96B8-652B112FC397}"/>
    <dgm:cxn modelId="{3262E4B8-3D1F-47DD-9FE3-76455D16F671}" type="presOf" srcId="{CE64332B-77AA-495D-9679-49A128DA95FE}" destId="{03144B94-F7D5-4E06-AB28-F8796995CCAB}" srcOrd="0" destOrd="3" presId="urn:microsoft.com/office/officeart/2018/2/layout/IconLabelDescriptionList"/>
    <dgm:cxn modelId="{B6B269C0-8BC3-4A3B-B92B-72445F2C67A8}" type="presOf" srcId="{0472F51C-D05B-46BC-82E7-DE9DEB9D0258}" destId="{3274E701-EE9F-4503-9ECE-276A8F69059D}" srcOrd="0" destOrd="0" presId="urn:microsoft.com/office/officeart/2018/2/layout/IconLabelDescriptionList"/>
    <dgm:cxn modelId="{72489FD1-F68E-4CBD-8EB7-612FBD7D44F8}" srcId="{F29889C0-6E7A-4CBE-A587-A91A3A839660}" destId="{CE64332B-77AA-495D-9679-49A128DA95FE}" srcOrd="3" destOrd="0" parTransId="{FA3BEB2A-753B-4D07-B263-9F971E2C268A}" sibTransId="{D5B4A247-FAD4-4388-AF19-6DEB9F34E2C3}"/>
    <dgm:cxn modelId="{DE0074DE-0B79-4BCD-A80E-2D9594E2A83F}" srcId="{F29889C0-6E7A-4CBE-A587-A91A3A839660}" destId="{4D038937-E37D-4553-B1C2-805F3B6FA976}" srcOrd="0" destOrd="0" parTransId="{8139F35C-5140-4F13-B67D-0B5B5E5EC296}" sibTransId="{2A7CFEAA-7416-4C9D-98D8-06BF9D23F7EA}"/>
    <dgm:cxn modelId="{1CBBD0F4-3DD7-4E01-A14C-EC4404D3F6BB}" srcId="{F29889C0-6E7A-4CBE-A587-A91A3A839660}" destId="{B0ACC848-A4D2-4969-9672-0A0C5DCB3428}" srcOrd="2" destOrd="0" parTransId="{A6096835-AB6A-4202-91A1-7EA9EE286ECF}" sibTransId="{CCA8F4AA-3D79-4BC8-84ED-33B31542BE10}"/>
    <dgm:cxn modelId="{B3B0C1FC-A98E-4DEC-9363-764F8CC1805F}" type="presOf" srcId="{8E4A20CE-19CB-4D68-85AC-2A4040ED1877}" destId="{03144B94-F7D5-4E06-AB28-F8796995CCAB}" srcOrd="0" destOrd="1" presId="urn:microsoft.com/office/officeart/2018/2/layout/IconLabelDescriptionList"/>
    <dgm:cxn modelId="{90901DFD-3DD0-4263-A8C7-CA32BDFB0CA8}" type="presOf" srcId="{A8553FB7-70E5-44FE-B04A-027F859C593E}" destId="{5EC47DD6-E71F-453E-86E7-D37025D7890C}" srcOrd="0" destOrd="1" presId="urn:microsoft.com/office/officeart/2018/2/layout/IconLabelDescriptionList"/>
    <dgm:cxn modelId="{EE8E302C-B1C4-48F6-AE4B-16EDF5CB5CFC}" type="presParOf" srcId="{3274E701-EE9F-4503-9ECE-276A8F69059D}" destId="{257C0EDC-DAA7-4C4C-B662-D3BD22339FEE}" srcOrd="0" destOrd="0" presId="urn:microsoft.com/office/officeart/2018/2/layout/IconLabelDescriptionList"/>
    <dgm:cxn modelId="{FF11F6F6-E186-4381-8E3D-78262C13BCD2}" type="presParOf" srcId="{257C0EDC-DAA7-4C4C-B662-D3BD22339FEE}" destId="{96E6061D-3E23-4C35-A607-03898B0EB00E}" srcOrd="0" destOrd="0" presId="urn:microsoft.com/office/officeart/2018/2/layout/IconLabelDescriptionList"/>
    <dgm:cxn modelId="{0D6E0557-6C90-4A5F-A876-8268A3250698}" type="presParOf" srcId="{257C0EDC-DAA7-4C4C-B662-D3BD22339FEE}" destId="{3A606615-4B58-447E-A174-91BED646E778}" srcOrd="1" destOrd="0" presId="urn:microsoft.com/office/officeart/2018/2/layout/IconLabelDescriptionList"/>
    <dgm:cxn modelId="{D632F0A0-1C80-4977-8A78-0256E49C9444}" type="presParOf" srcId="{257C0EDC-DAA7-4C4C-B662-D3BD22339FEE}" destId="{5CFA0F99-0FAC-414C-ACEA-2B79A30F503A}" srcOrd="2" destOrd="0" presId="urn:microsoft.com/office/officeart/2018/2/layout/IconLabelDescriptionList"/>
    <dgm:cxn modelId="{4C88489F-153A-40FB-92D8-71EF28219AE4}" type="presParOf" srcId="{257C0EDC-DAA7-4C4C-B662-D3BD22339FEE}" destId="{44C5D327-494D-4DD4-B0B4-CC2396A8D93F}" srcOrd="3" destOrd="0" presId="urn:microsoft.com/office/officeart/2018/2/layout/IconLabelDescriptionList"/>
    <dgm:cxn modelId="{B0A6DFA7-4665-4EC7-9005-0102B5C90BA4}" type="presParOf" srcId="{257C0EDC-DAA7-4C4C-B662-D3BD22339FEE}" destId="{5EC47DD6-E71F-453E-86E7-D37025D7890C}" srcOrd="4" destOrd="0" presId="urn:microsoft.com/office/officeart/2018/2/layout/IconLabelDescriptionList"/>
    <dgm:cxn modelId="{08498BC5-4C55-4EC3-AC4B-987B30CCC911}" type="presParOf" srcId="{3274E701-EE9F-4503-9ECE-276A8F69059D}" destId="{EBD29BB7-1BF4-4A8A-BA55-6A0417A61131}" srcOrd="1" destOrd="0" presId="urn:microsoft.com/office/officeart/2018/2/layout/IconLabelDescriptionList"/>
    <dgm:cxn modelId="{C712574D-F5BD-45DA-8246-11AA16444EFC}" type="presParOf" srcId="{3274E701-EE9F-4503-9ECE-276A8F69059D}" destId="{AD67E5BA-5627-4526-A17B-825856BD5839}" srcOrd="2" destOrd="0" presId="urn:microsoft.com/office/officeart/2018/2/layout/IconLabelDescriptionList"/>
    <dgm:cxn modelId="{E5DED680-4249-4217-9528-4C242BC8073A}" type="presParOf" srcId="{AD67E5BA-5627-4526-A17B-825856BD5839}" destId="{0F8473F1-C0DC-4B75-8182-0DF554543A1E}" srcOrd="0" destOrd="0" presId="urn:microsoft.com/office/officeart/2018/2/layout/IconLabelDescriptionList"/>
    <dgm:cxn modelId="{46FE3482-9506-458C-9A07-9020CA9FD0E4}" type="presParOf" srcId="{AD67E5BA-5627-4526-A17B-825856BD5839}" destId="{AEB13F34-611B-4C44-A2FA-0248595395D2}" srcOrd="1" destOrd="0" presId="urn:microsoft.com/office/officeart/2018/2/layout/IconLabelDescriptionList"/>
    <dgm:cxn modelId="{2CE562D0-E6D1-4BFB-A1F3-5B69F6D5ED1A}" type="presParOf" srcId="{AD67E5BA-5627-4526-A17B-825856BD5839}" destId="{1F2FDB71-AD8E-43AD-8ADB-904517E8A655}" srcOrd="2" destOrd="0" presId="urn:microsoft.com/office/officeart/2018/2/layout/IconLabelDescriptionList"/>
    <dgm:cxn modelId="{874BC21A-B09C-41CB-A154-0F36B649E409}" type="presParOf" srcId="{AD67E5BA-5627-4526-A17B-825856BD5839}" destId="{DFAE3914-A25D-46EB-8F42-FC83063EE47D}" srcOrd="3" destOrd="0" presId="urn:microsoft.com/office/officeart/2018/2/layout/IconLabelDescriptionList"/>
    <dgm:cxn modelId="{1FDA3595-5EC2-4EE2-84CC-53B88CE58052}" type="presParOf" srcId="{AD67E5BA-5627-4526-A17B-825856BD5839}" destId="{03144B94-F7D5-4E06-AB28-F8796995CCAB}"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0472F51C-D05B-46BC-82E7-DE9DEB9D0258}" type="doc">
      <dgm:prSet loTypeId="urn:microsoft.com/office/officeart/2018/2/layout/IconLabelDescriptionList" loCatId="icon" qsTypeId="urn:microsoft.com/office/officeart/2005/8/quickstyle/simple1" qsCatId="simple" csTypeId="urn:microsoft.com/office/officeart/2005/8/colors/accent1_2" csCatId="accent1" phldr="1"/>
      <dgm:spPr/>
      <dgm:t>
        <a:bodyPr/>
        <a:lstStyle/>
        <a:p>
          <a:endParaRPr lang="en-US"/>
        </a:p>
      </dgm:t>
    </dgm:pt>
    <dgm:pt modelId="{2782A790-4A34-4DDC-82EE-21561676AD76}">
      <dgm:prSet/>
      <dgm:spPr/>
      <dgm:t>
        <a:bodyPr/>
        <a:lstStyle/>
        <a:p>
          <a:pPr>
            <a:lnSpc>
              <a:spcPct val="100000"/>
            </a:lnSpc>
            <a:defRPr b="1"/>
          </a:pPr>
          <a:r>
            <a:rPr lang="en-US" b="1" dirty="0"/>
            <a:t>Advantages:</a:t>
          </a:r>
          <a:endParaRPr lang="en-US" dirty="0"/>
        </a:p>
      </dgm:t>
    </dgm:pt>
    <dgm:pt modelId="{17B2917D-365C-4F30-8ADF-0C9F631187A5}" type="parTrans" cxnId="{A5B86F05-31AC-4C7D-8811-217042219719}">
      <dgm:prSet/>
      <dgm:spPr/>
      <dgm:t>
        <a:bodyPr/>
        <a:lstStyle/>
        <a:p>
          <a:endParaRPr lang="en-US"/>
        </a:p>
      </dgm:t>
    </dgm:pt>
    <dgm:pt modelId="{5B37158F-456D-438A-9D22-81F50D000C59}" type="sibTrans" cxnId="{A5B86F05-31AC-4C7D-8811-217042219719}">
      <dgm:prSet/>
      <dgm:spPr/>
      <dgm:t>
        <a:bodyPr/>
        <a:lstStyle/>
        <a:p>
          <a:endParaRPr lang="en-US"/>
        </a:p>
      </dgm:t>
    </dgm:pt>
    <dgm:pt modelId="{072EC34A-4331-4DB8-A596-5FAB85CD7ADB}">
      <dgm:prSet/>
      <dgm:spPr/>
      <dgm:t>
        <a:bodyPr/>
        <a:lstStyle/>
        <a:p>
          <a:pPr>
            <a:lnSpc>
              <a:spcPct val="100000"/>
            </a:lnSpc>
          </a:pPr>
          <a:r>
            <a:rPr lang="en-US"/>
            <a:t>Cloud-based with strong Google Cloud integration.</a:t>
          </a:r>
          <a:endParaRPr lang="en-US" dirty="0"/>
        </a:p>
      </dgm:t>
    </dgm:pt>
    <dgm:pt modelId="{E3BD81E8-02A2-4483-AD76-37C13E330D98}" type="parTrans" cxnId="{EF877EAC-885D-4922-B5B9-8597EEE62932}">
      <dgm:prSet/>
      <dgm:spPr/>
      <dgm:t>
        <a:bodyPr/>
        <a:lstStyle/>
        <a:p>
          <a:endParaRPr lang="en-US"/>
        </a:p>
      </dgm:t>
    </dgm:pt>
    <dgm:pt modelId="{A64C2F84-3BFE-4990-AA5D-8A33639453E2}" type="sibTrans" cxnId="{EF877EAC-885D-4922-B5B9-8597EEE62932}">
      <dgm:prSet/>
      <dgm:spPr/>
      <dgm:t>
        <a:bodyPr/>
        <a:lstStyle/>
        <a:p>
          <a:endParaRPr lang="en-US"/>
        </a:p>
      </dgm:t>
    </dgm:pt>
    <dgm:pt modelId="{440B4791-76AF-4969-8459-8FE61254E1FE}">
      <dgm:prSet/>
      <dgm:spPr/>
      <dgm:t>
        <a:bodyPr/>
        <a:lstStyle/>
        <a:p>
          <a:pPr>
            <a:lnSpc>
              <a:spcPct val="100000"/>
            </a:lnSpc>
          </a:pPr>
          <a:endParaRPr lang="en-US" dirty="0"/>
        </a:p>
      </dgm:t>
    </dgm:pt>
    <dgm:pt modelId="{86E372C1-1E2F-45EA-A46C-82A721288AAC}" type="parTrans" cxnId="{8C6BCC6F-5981-4DE1-B7D9-829D570760BE}">
      <dgm:prSet/>
      <dgm:spPr/>
      <dgm:t>
        <a:bodyPr/>
        <a:lstStyle/>
        <a:p>
          <a:endParaRPr lang="en-US"/>
        </a:p>
      </dgm:t>
    </dgm:pt>
    <dgm:pt modelId="{607D458C-27EC-41D6-AF25-0109289DA11E}" type="sibTrans" cxnId="{8C6BCC6F-5981-4DE1-B7D9-829D570760BE}">
      <dgm:prSet/>
      <dgm:spPr/>
      <dgm:t>
        <a:bodyPr/>
        <a:lstStyle/>
        <a:p>
          <a:endParaRPr lang="en-US"/>
        </a:p>
      </dgm:t>
    </dgm:pt>
    <dgm:pt modelId="{F29889C0-6E7A-4CBE-A587-A91A3A839660}">
      <dgm:prSet/>
      <dgm:spPr/>
      <dgm:t>
        <a:bodyPr/>
        <a:lstStyle/>
        <a:p>
          <a:pPr>
            <a:lnSpc>
              <a:spcPct val="100000"/>
            </a:lnSpc>
            <a:defRPr b="1"/>
          </a:pPr>
          <a:r>
            <a:rPr lang="en-US" b="1"/>
            <a:t>Disadvantages:</a:t>
          </a:r>
          <a:endParaRPr lang="en-US"/>
        </a:p>
      </dgm:t>
    </dgm:pt>
    <dgm:pt modelId="{89B91EFC-962D-40F3-BC58-F41B2462F5AF}" type="parTrans" cxnId="{EC730DB4-4556-4E45-B5B1-EB1310D906B0}">
      <dgm:prSet/>
      <dgm:spPr/>
      <dgm:t>
        <a:bodyPr/>
        <a:lstStyle/>
        <a:p>
          <a:endParaRPr lang="en-US"/>
        </a:p>
      </dgm:t>
    </dgm:pt>
    <dgm:pt modelId="{4D4D4DDF-C281-4B12-96B8-652B112FC397}" type="sibTrans" cxnId="{EC730DB4-4556-4E45-B5B1-EB1310D906B0}">
      <dgm:prSet/>
      <dgm:spPr/>
      <dgm:t>
        <a:bodyPr/>
        <a:lstStyle/>
        <a:p>
          <a:endParaRPr lang="en-US"/>
        </a:p>
      </dgm:t>
    </dgm:pt>
    <dgm:pt modelId="{4D038937-E37D-4553-B1C2-805F3B6FA976}">
      <dgm:prSet/>
      <dgm:spPr/>
      <dgm:t>
        <a:bodyPr/>
        <a:lstStyle/>
        <a:p>
          <a:pPr>
            <a:lnSpc>
              <a:spcPct val="100000"/>
            </a:lnSpc>
          </a:pPr>
          <a:r>
            <a:rPr lang="en-US"/>
            <a:t>Steep learning curve due to LookML.</a:t>
          </a:r>
          <a:endParaRPr lang="en-US" dirty="0"/>
        </a:p>
      </dgm:t>
    </dgm:pt>
    <dgm:pt modelId="{8139F35C-5140-4F13-B67D-0B5B5E5EC296}" type="parTrans" cxnId="{DE0074DE-0B79-4BCD-A80E-2D9594E2A83F}">
      <dgm:prSet/>
      <dgm:spPr/>
      <dgm:t>
        <a:bodyPr/>
        <a:lstStyle/>
        <a:p>
          <a:endParaRPr lang="en-US"/>
        </a:p>
      </dgm:t>
    </dgm:pt>
    <dgm:pt modelId="{2A7CFEAA-7416-4C9D-98D8-06BF9D23F7EA}" type="sibTrans" cxnId="{DE0074DE-0B79-4BCD-A80E-2D9594E2A83F}">
      <dgm:prSet/>
      <dgm:spPr/>
      <dgm:t>
        <a:bodyPr/>
        <a:lstStyle/>
        <a:p>
          <a:endParaRPr lang="en-US"/>
        </a:p>
      </dgm:t>
    </dgm:pt>
    <dgm:pt modelId="{0AA17777-C5CF-4212-9D8D-0EBBDC29E137}">
      <dgm:prSet/>
      <dgm:spPr/>
      <dgm:t>
        <a:bodyPr/>
        <a:lstStyle/>
        <a:p>
          <a:pPr>
            <a:lnSpc>
              <a:spcPct val="100000"/>
            </a:lnSpc>
          </a:pPr>
          <a:r>
            <a:rPr lang="en-US"/>
            <a:t>Strong data governance and security.</a:t>
          </a:r>
        </a:p>
      </dgm:t>
    </dgm:pt>
    <dgm:pt modelId="{A883601C-40EC-42AB-9604-BA43CEB7F235}" type="parTrans" cxnId="{FE6C9898-9AC7-4972-89DD-A5A361AC4FC4}">
      <dgm:prSet/>
      <dgm:spPr/>
      <dgm:t>
        <a:bodyPr/>
        <a:lstStyle/>
        <a:p>
          <a:endParaRPr lang="en-IN"/>
        </a:p>
      </dgm:t>
    </dgm:pt>
    <dgm:pt modelId="{F25EFB7C-FBA7-4973-8F92-FB8FE8D66BE0}" type="sibTrans" cxnId="{FE6C9898-9AC7-4972-89DD-A5A361AC4FC4}">
      <dgm:prSet/>
      <dgm:spPr/>
      <dgm:t>
        <a:bodyPr/>
        <a:lstStyle/>
        <a:p>
          <a:endParaRPr lang="en-IN"/>
        </a:p>
      </dgm:t>
    </dgm:pt>
    <dgm:pt modelId="{3177AB60-2B75-458C-8D80-2E0E1E95526F}">
      <dgm:prSet/>
      <dgm:spPr/>
      <dgm:t>
        <a:bodyPr/>
        <a:lstStyle/>
        <a:p>
          <a:pPr>
            <a:lnSpc>
              <a:spcPct val="100000"/>
            </a:lnSpc>
          </a:pPr>
          <a:r>
            <a:rPr lang="en-US"/>
            <a:t>Advanced SQL-based modeling (LookML) for customization.</a:t>
          </a:r>
        </a:p>
      </dgm:t>
    </dgm:pt>
    <dgm:pt modelId="{6FBEA711-014A-4C0F-842C-D9EFE1565721}" type="parTrans" cxnId="{C792452C-EE6F-4425-AC7E-85F86C45796A}">
      <dgm:prSet/>
      <dgm:spPr/>
      <dgm:t>
        <a:bodyPr/>
        <a:lstStyle/>
        <a:p>
          <a:endParaRPr lang="en-IN"/>
        </a:p>
      </dgm:t>
    </dgm:pt>
    <dgm:pt modelId="{4271A9C5-C8B8-47BB-A326-4F69B97826DB}" type="sibTrans" cxnId="{C792452C-EE6F-4425-AC7E-85F86C45796A}">
      <dgm:prSet/>
      <dgm:spPr/>
      <dgm:t>
        <a:bodyPr/>
        <a:lstStyle/>
        <a:p>
          <a:endParaRPr lang="en-IN"/>
        </a:p>
      </dgm:t>
    </dgm:pt>
    <dgm:pt modelId="{25C5C4A3-D160-4D7E-B6F9-47B78FD07252}">
      <dgm:prSet/>
      <dgm:spPr/>
      <dgm:t>
        <a:bodyPr/>
        <a:lstStyle/>
        <a:p>
          <a:pPr>
            <a:lnSpc>
              <a:spcPct val="100000"/>
            </a:lnSpc>
          </a:pPr>
          <a:r>
            <a:rPr lang="en-IN" dirty="0"/>
            <a:t>Interactive and collaborative reporting.</a:t>
          </a:r>
        </a:p>
      </dgm:t>
    </dgm:pt>
    <dgm:pt modelId="{2861A918-5173-4D6F-902F-9FCC6EEA4F54}" type="parTrans" cxnId="{40FA539D-A23E-493A-A1B8-AF1B3BE101DB}">
      <dgm:prSet/>
      <dgm:spPr/>
      <dgm:t>
        <a:bodyPr/>
        <a:lstStyle/>
        <a:p>
          <a:endParaRPr lang="en-IN"/>
        </a:p>
      </dgm:t>
    </dgm:pt>
    <dgm:pt modelId="{155ECDDE-D548-4449-817E-D88E7CA44E4D}" type="sibTrans" cxnId="{40FA539D-A23E-493A-A1B8-AF1B3BE101DB}">
      <dgm:prSet/>
      <dgm:spPr/>
      <dgm:t>
        <a:bodyPr/>
        <a:lstStyle/>
        <a:p>
          <a:endParaRPr lang="en-IN"/>
        </a:p>
      </dgm:t>
    </dgm:pt>
    <dgm:pt modelId="{6FABA455-8B0D-4B29-BCAA-840578D29788}">
      <dgm:prSet/>
      <dgm:spPr/>
      <dgm:t>
        <a:bodyPr/>
        <a:lstStyle/>
        <a:p>
          <a:pPr>
            <a:lnSpc>
              <a:spcPct val="100000"/>
            </a:lnSpc>
          </a:pPr>
          <a:r>
            <a:rPr lang="en-US"/>
            <a:t>Expensive compared to other BI tools.</a:t>
          </a:r>
        </a:p>
      </dgm:t>
    </dgm:pt>
    <dgm:pt modelId="{5BB60A7C-FC55-4E1C-A212-9828AB44B327}" type="parTrans" cxnId="{5E579FBE-47E8-4A1F-B843-A1637D2F3C63}">
      <dgm:prSet/>
      <dgm:spPr/>
      <dgm:t>
        <a:bodyPr/>
        <a:lstStyle/>
        <a:p>
          <a:endParaRPr lang="en-IN"/>
        </a:p>
      </dgm:t>
    </dgm:pt>
    <dgm:pt modelId="{8074FCE9-F16A-4659-9EB0-505BB93EE47E}" type="sibTrans" cxnId="{5E579FBE-47E8-4A1F-B843-A1637D2F3C63}">
      <dgm:prSet/>
      <dgm:spPr/>
      <dgm:t>
        <a:bodyPr/>
        <a:lstStyle/>
        <a:p>
          <a:endParaRPr lang="en-IN"/>
        </a:p>
      </dgm:t>
    </dgm:pt>
    <dgm:pt modelId="{C3EDDC2B-9AC3-4269-9429-8D0B9FAEDA1A}">
      <dgm:prSet/>
      <dgm:spPr/>
      <dgm:t>
        <a:bodyPr/>
        <a:lstStyle/>
        <a:p>
          <a:pPr>
            <a:lnSpc>
              <a:spcPct val="100000"/>
            </a:lnSpc>
          </a:pPr>
          <a:r>
            <a:rPr lang="en-IN"/>
            <a:t>Limited offline capabilities.</a:t>
          </a:r>
        </a:p>
      </dgm:t>
    </dgm:pt>
    <dgm:pt modelId="{8A78D8C6-6874-4FA3-BC42-D02BF3D5A347}" type="parTrans" cxnId="{F229022C-1464-4F07-9CC7-FC9E4F0FDF2F}">
      <dgm:prSet/>
      <dgm:spPr/>
      <dgm:t>
        <a:bodyPr/>
        <a:lstStyle/>
        <a:p>
          <a:endParaRPr lang="en-IN"/>
        </a:p>
      </dgm:t>
    </dgm:pt>
    <dgm:pt modelId="{14A5650B-72D9-4ADD-A958-2F586BD5A1C4}" type="sibTrans" cxnId="{F229022C-1464-4F07-9CC7-FC9E4F0FDF2F}">
      <dgm:prSet/>
      <dgm:spPr/>
      <dgm:t>
        <a:bodyPr/>
        <a:lstStyle/>
        <a:p>
          <a:endParaRPr lang="en-IN"/>
        </a:p>
      </dgm:t>
    </dgm:pt>
    <dgm:pt modelId="{D7E28D3A-BDF8-4411-B508-D2B1FEE58D46}">
      <dgm:prSet/>
      <dgm:spPr/>
      <dgm:t>
        <a:bodyPr/>
        <a:lstStyle/>
        <a:p>
          <a:pPr>
            <a:lnSpc>
              <a:spcPct val="100000"/>
            </a:lnSpc>
          </a:pPr>
          <a:r>
            <a:rPr lang="en-US" dirty="0"/>
            <a:t>Less intuitive compared to Power BI and Tableau.</a:t>
          </a:r>
        </a:p>
      </dgm:t>
    </dgm:pt>
    <dgm:pt modelId="{90D72C08-5F7F-407A-9BFC-6B177B431BEB}" type="parTrans" cxnId="{4988E147-667D-49A1-AE56-9FC697CFBD5C}">
      <dgm:prSet/>
      <dgm:spPr/>
      <dgm:t>
        <a:bodyPr/>
        <a:lstStyle/>
        <a:p>
          <a:endParaRPr lang="en-IN"/>
        </a:p>
      </dgm:t>
    </dgm:pt>
    <dgm:pt modelId="{3E17C5F4-4E58-46A7-AC91-5982E17C89A0}" type="sibTrans" cxnId="{4988E147-667D-49A1-AE56-9FC697CFBD5C}">
      <dgm:prSet/>
      <dgm:spPr/>
      <dgm:t>
        <a:bodyPr/>
        <a:lstStyle/>
        <a:p>
          <a:endParaRPr lang="en-IN"/>
        </a:p>
      </dgm:t>
    </dgm:pt>
    <dgm:pt modelId="{8752FCF7-D3E8-49B6-95CF-706268AFE4EF}" type="pres">
      <dgm:prSet presAssocID="{0472F51C-D05B-46BC-82E7-DE9DEB9D0258}" presName="root" presStyleCnt="0">
        <dgm:presLayoutVars>
          <dgm:dir/>
          <dgm:resizeHandles val="exact"/>
        </dgm:presLayoutVars>
      </dgm:prSet>
      <dgm:spPr/>
    </dgm:pt>
    <dgm:pt modelId="{33400CA0-2E9F-466B-93D0-27E0C08403A7}" type="pres">
      <dgm:prSet presAssocID="{2782A790-4A34-4DDC-82EE-21561676AD76}" presName="compNode" presStyleCnt="0"/>
      <dgm:spPr/>
    </dgm:pt>
    <dgm:pt modelId="{11367E86-8F6E-425A-9710-F57DDB283B61}" type="pres">
      <dgm:prSet presAssocID="{2782A790-4A34-4DDC-82EE-21561676AD76}" presName="iconRect" presStyleLbl="node1" presStyleIdx="0" presStyleCnt="2" custLinFactNeighborX="-33439"/>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yncing Cloud"/>
        </a:ext>
      </dgm:extLst>
    </dgm:pt>
    <dgm:pt modelId="{C49168AC-5532-4DDA-B8B2-49510CBA43BF}" type="pres">
      <dgm:prSet presAssocID="{2782A790-4A34-4DDC-82EE-21561676AD76}" presName="iconSpace" presStyleCnt="0"/>
      <dgm:spPr/>
    </dgm:pt>
    <dgm:pt modelId="{EA00490D-DDF7-476D-BC91-F1BED5C58A02}" type="pres">
      <dgm:prSet presAssocID="{2782A790-4A34-4DDC-82EE-21561676AD76}" presName="parTx" presStyleLbl="revTx" presStyleIdx="0" presStyleCnt="4" custLinFactNeighborX="-11703">
        <dgm:presLayoutVars>
          <dgm:chMax val="0"/>
          <dgm:chPref val="0"/>
        </dgm:presLayoutVars>
      </dgm:prSet>
      <dgm:spPr/>
    </dgm:pt>
    <dgm:pt modelId="{28E0F052-16CE-485A-BEBD-CF10AAF3F1F0}" type="pres">
      <dgm:prSet presAssocID="{2782A790-4A34-4DDC-82EE-21561676AD76}" presName="txSpace" presStyleCnt="0"/>
      <dgm:spPr/>
    </dgm:pt>
    <dgm:pt modelId="{20DB4837-A8C5-41F0-AEAA-C3F463C22105}" type="pres">
      <dgm:prSet presAssocID="{2782A790-4A34-4DDC-82EE-21561676AD76}" presName="desTx" presStyleLbl="revTx" presStyleIdx="1" presStyleCnt="4" custLinFactNeighborX="-11703">
        <dgm:presLayoutVars/>
      </dgm:prSet>
      <dgm:spPr/>
    </dgm:pt>
    <dgm:pt modelId="{45A2EF6E-5DB9-465B-8998-6DB3A7149217}" type="pres">
      <dgm:prSet presAssocID="{5B37158F-456D-438A-9D22-81F50D000C59}" presName="sibTrans" presStyleCnt="0"/>
      <dgm:spPr/>
    </dgm:pt>
    <dgm:pt modelId="{F158CFFE-35E3-4E56-A00D-992AEFCB8E56}" type="pres">
      <dgm:prSet presAssocID="{F29889C0-6E7A-4CBE-A587-A91A3A839660}" presName="compNode" presStyleCnt="0"/>
      <dgm:spPr/>
    </dgm:pt>
    <dgm:pt modelId="{484B10B0-F9A2-426D-90B6-276694C3E4C8}" type="pres">
      <dgm:prSet presAssocID="{F29889C0-6E7A-4CBE-A587-A91A3A839660}"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Windmill"/>
        </a:ext>
      </dgm:extLst>
    </dgm:pt>
    <dgm:pt modelId="{082419F8-FC0B-4C0C-BECA-BD2D0CAF338D}" type="pres">
      <dgm:prSet presAssocID="{F29889C0-6E7A-4CBE-A587-A91A3A839660}" presName="iconSpace" presStyleCnt="0"/>
      <dgm:spPr/>
    </dgm:pt>
    <dgm:pt modelId="{6DCF8FD2-8888-4CC4-9C2B-3BE34E029D86}" type="pres">
      <dgm:prSet presAssocID="{F29889C0-6E7A-4CBE-A587-A91A3A839660}" presName="parTx" presStyleLbl="revTx" presStyleIdx="2" presStyleCnt="4">
        <dgm:presLayoutVars>
          <dgm:chMax val="0"/>
          <dgm:chPref val="0"/>
        </dgm:presLayoutVars>
      </dgm:prSet>
      <dgm:spPr/>
    </dgm:pt>
    <dgm:pt modelId="{8F8AADD7-6EAA-4C67-BDE2-5A8CD52AF9D1}" type="pres">
      <dgm:prSet presAssocID="{F29889C0-6E7A-4CBE-A587-A91A3A839660}" presName="txSpace" presStyleCnt="0"/>
      <dgm:spPr/>
    </dgm:pt>
    <dgm:pt modelId="{BDE8C3D6-D298-4015-97FE-D327A3073C43}" type="pres">
      <dgm:prSet presAssocID="{F29889C0-6E7A-4CBE-A587-A91A3A839660}" presName="desTx" presStyleLbl="revTx" presStyleIdx="3" presStyleCnt="4">
        <dgm:presLayoutVars/>
      </dgm:prSet>
      <dgm:spPr/>
    </dgm:pt>
  </dgm:ptLst>
  <dgm:cxnLst>
    <dgm:cxn modelId="{A5B86F05-31AC-4C7D-8811-217042219719}" srcId="{0472F51C-D05B-46BC-82E7-DE9DEB9D0258}" destId="{2782A790-4A34-4DDC-82EE-21561676AD76}" srcOrd="0" destOrd="0" parTransId="{17B2917D-365C-4F30-8ADF-0C9F631187A5}" sibTransId="{5B37158F-456D-438A-9D22-81F50D000C59}"/>
    <dgm:cxn modelId="{7F2E2213-41D2-4DB4-8E30-52A39CBD4EBA}" type="presOf" srcId="{6FABA455-8B0D-4B29-BCAA-840578D29788}" destId="{BDE8C3D6-D298-4015-97FE-D327A3073C43}" srcOrd="0" destOrd="1" presId="urn:microsoft.com/office/officeart/2018/2/layout/IconLabelDescriptionList"/>
    <dgm:cxn modelId="{8E09C71E-6F6F-4DC2-82A4-261C3EB571A8}" type="presOf" srcId="{440B4791-76AF-4969-8459-8FE61254E1FE}" destId="{20DB4837-A8C5-41F0-AEAA-C3F463C22105}" srcOrd="0" destOrd="4" presId="urn:microsoft.com/office/officeart/2018/2/layout/IconLabelDescriptionList"/>
    <dgm:cxn modelId="{F229022C-1464-4F07-9CC7-FC9E4F0FDF2F}" srcId="{F29889C0-6E7A-4CBE-A587-A91A3A839660}" destId="{C3EDDC2B-9AC3-4269-9429-8D0B9FAEDA1A}" srcOrd="2" destOrd="0" parTransId="{8A78D8C6-6874-4FA3-BC42-D02BF3D5A347}" sibTransId="{14A5650B-72D9-4ADD-A958-2F586BD5A1C4}"/>
    <dgm:cxn modelId="{C792452C-EE6F-4425-AC7E-85F86C45796A}" srcId="{2782A790-4A34-4DDC-82EE-21561676AD76}" destId="{3177AB60-2B75-458C-8D80-2E0E1E95526F}" srcOrd="2" destOrd="0" parTransId="{6FBEA711-014A-4C0F-842C-D9EFE1565721}" sibTransId="{4271A9C5-C8B8-47BB-A326-4F69B97826DB}"/>
    <dgm:cxn modelId="{343A1135-B9C5-46DD-8075-1F594787DA03}" type="presOf" srcId="{D7E28D3A-BDF8-4411-B508-D2B1FEE58D46}" destId="{BDE8C3D6-D298-4015-97FE-D327A3073C43}" srcOrd="0" destOrd="3" presId="urn:microsoft.com/office/officeart/2018/2/layout/IconLabelDescriptionList"/>
    <dgm:cxn modelId="{9CB6B83F-9559-4102-AAF7-4A1696FB3664}" type="presOf" srcId="{C3EDDC2B-9AC3-4269-9429-8D0B9FAEDA1A}" destId="{BDE8C3D6-D298-4015-97FE-D327A3073C43}" srcOrd="0" destOrd="2" presId="urn:microsoft.com/office/officeart/2018/2/layout/IconLabelDescriptionList"/>
    <dgm:cxn modelId="{D127165D-A9B7-4BF3-BBC7-8B429D28AE7E}" type="presOf" srcId="{0AA17777-C5CF-4212-9D8D-0EBBDC29E137}" destId="{20DB4837-A8C5-41F0-AEAA-C3F463C22105}" srcOrd="0" destOrd="1" presId="urn:microsoft.com/office/officeart/2018/2/layout/IconLabelDescriptionList"/>
    <dgm:cxn modelId="{4988E147-667D-49A1-AE56-9FC697CFBD5C}" srcId="{F29889C0-6E7A-4CBE-A587-A91A3A839660}" destId="{D7E28D3A-BDF8-4411-B508-D2B1FEE58D46}" srcOrd="3" destOrd="0" parTransId="{90D72C08-5F7F-407A-9BFC-6B177B431BEB}" sibTransId="{3E17C5F4-4E58-46A7-AC91-5982E17C89A0}"/>
    <dgm:cxn modelId="{8C6BCC6F-5981-4DE1-B7D9-829D570760BE}" srcId="{2782A790-4A34-4DDC-82EE-21561676AD76}" destId="{440B4791-76AF-4969-8459-8FE61254E1FE}" srcOrd="4" destOrd="0" parTransId="{86E372C1-1E2F-45EA-A46C-82A721288AAC}" sibTransId="{607D458C-27EC-41D6-AF25-0109289DA11E}"/>
    <dgm:cxn modelId="{8EF5D184-F763-44F4-9345-C001C562E22E}" type="presOf" srcId="{072EC34A-4331-4DB8-A596-5FAB85CD7ADB}" destId="{20DB4837-A8C5-41F0-AEAA-C3F463C22105}" srcOrd="0" destOrd="0" presId="urn:microsoft.com/office/officeart/2018/2/layout/IconLabelDescriptionList"/>
    <dgm:cxn modelId="{6D356897-74E0-4C18-86CA-45D23E5A3C0C}" type="presOf" srcId="{4D038937-E37D-4553-B1C2-805F3B6FA976}" destId="{BDE8C3D6-D298-4015-97FE-D327A3073C43}" srcOrd="0" destOrd="0" presId="urn:microsoft.com/office/officeart/2018/2/layout/IconLabelDescriptionList"/>
    <dgm:cxn modelId="{FE6C9898-9AC7-4972-89DD-A5A361AC4FC4}" srcId="{2782A790-4A34-4DDC-82EE-21561676AD76}" destId="{0AA17777-C5CF-4212-9D8D-0EBBDC29E137}" srcOrd="1" destOrd="0" parTransId="{A883601C-40EC-42AB-9604-BA43CEB7F235}" sibTransId="{F25EFB7C-FBA7-4973-8F92-FB8FE8D66BE0}"/>
    <dgm:cxn modelId="{40FA539D-A23E-493A-A1B8-AF1B3BE101DB}" srcId="{2782A790-4A34-4DDC-82EE-21561676AD76}" destId="{25C5C4A3-D160-4D7E-B6F9-47B78FD07252}" srcOrd="3" destOrd="0" parTransId="{2861A918-5173-4D6F-902F-9FCC6EEA4F54}" sibTransId="{155ECDDE-D548-4449-817E-D88E7CA44E4D}"/>
    <dgm:cxn modelId="{85C7C8A6-7C76-4740-9999-B194CE535DB8}" type="presOf" srcId="{0472F51C-D05B-46BC-82E7-DE9DEB9D0258}" destId="{8752FCF7-D3E8-49B6-95CF-706268AFE4EF}" srcOrd="0" destOrd="0" presId="urn:microsoft.com/office/officeart/2018/2/layout/IconLabelDescriptionList"/>
    <dgm:cxn modelId="{EF877EAC-885D-4922-B5B9-8597EEE62932}" srcId="{2782A790-4A34-4DDC-82EE-21561676AD76}" destId="{072EC34A-4331-4DB8-A596-5FAB85CD7ADB}" srcOrd="0" destOrd="0" parTransId="{E3BD81E8-02A2-4483-AD76-37C13E330D98}" sibTransId="{A64C2F84-3BFE-4990-AA5D-8A33639453E2}"/>
    <dgm:cxn modelId="{C94EC2AF-C1C6-4E41-AD84-CA20A7BEC035}" type="presOf" srcId="{3177AB60-2B75-458C-8D80-2E0E1E95526F}" destId="{20DB4837-A8C5-41F0-AEAA-C3F463C22105}" srcOrd="0" destOrd="2" presId="urn:microsoft.com/office/officeart/2018/2/layout/IconLabelDescriptionList"/>
    <dgm:cxn modelId="{EC730DB4-4556-4E45-B5B1-EB1310D906B0}" srcId="{0472F51C-D05B-46BC-82E7-DE9DEB9D0258}" destId="{F29889C0-6E7A-4CBE-A587-A91A3A839660}" srcOrd="1" destOrd="0" parTransId="{89B91EFC-962D-40F3-BC58-F41B2462F5AF}" sibTransId="{4D4D4DDF-C281-4B12-96B8-652B112FC397}"/>
    <dgm:cxn modelId="{5E579FBE-47E8-4A1F-B843-A1637D2F3C63}" srcId="{F29889C0-6E7A-4CBE-A587-A91A3A839660}" destId="{6FABA455-8B0D-4B29-BCAA-840578D29788}" srcOrd="1" destOrd="0" parTransId="{5BB60A7C-FC55-4E1C-A212-9828AB44B327}" sibTransId="{8074FCE9-F16A-4659-9EB0-505BB93EE47E}"/>
    <dgm:cxn modelId="{6CFCAAC1-CA5A-426C-A5DD-58B668B1ED7B}" type="presOf" srcId="{25C5C4A3-D160-4D7E-B6F9-47B78FD07252}" destId="{20DB4837-A8C5-41F0-AEAA-C3F463C22105}" srcOrd="0" destOrd="3" presId="urn:microsoft.com/office/officeart/2018/2/layout/IconLabelDescriptionList"/>
    <dgm:cxn modelId="{061EBAD7-EEA0-4ECD-B63D-DCE8E9F7A391}" type="presOf" srcId="{F29889C0-6E7A-4CBE-A587-A91A3A839660}" destId="{6DCF8FD2-8888-4CC4-9C2B-3BE34E029D86}" srcOrd="0" destOrd="0" presId="urn:microsoft.com/office/officeart/2018/2/layout/IconLabelDescriptionList"/>
    <dgm:cxn modelId="{DE0074DE-0B79-4BCD-A80E-2D9594E2A83F}" srcId="{F29889C0-6E7A-4CBE-A587-A91A3A839660}" destId="{4D038937-E37D-4553-B1C2-805F3B6FA976}" srcOrd="0" destOrd="0" parTransId="{8139F35C-5140-4F13-B67D-0B5B5E5EC296}" sibTransId="{2A7CFEAA-7416-4C9D-98D8-06BF9D23F7EA}"/>
    <dgm:cxn modelId="{A90633E0-48CF-4A17-9FFB-648A568F8FD8}" type="presOf" srcId="{2782A790-4A34-4DDC-82EE-21561676AD76}" destId="{EA00490D-DDF7-476D-BC91-F1BED5C58A02}" srcOrd="0" destOrd="0" presId="urn:microsoft.com/office/officeart/2018/2/layout/IconLabelDescriptionList"/>
    <dgm:cxn modelId="{7DB36BD1-81B6-4C80-8427-C15424A2D1BE}" type="presParOf" srcId="{8752FCF7-D3E8-49B6-95CF-706268AFE4EF}" destId="{33400CA0-2E9F-466B-93D0-27E0C08403A7}" srcOrd="0" destOrd="0" presId="urn:microsoft.com/office/officeart/2018/2/layout/IconLabelDescriptionList"/>
    <dgm:cxn modelId="{4303B2B8-18EE-4370-A7E1-3C6FBC9EC56E}" type="presParOf" srcId="{33400CA0-2E9F-466B-93D0-27E0C08403A7}" destId="{11367E86-8F6E-425A-9710-F57DDB283B61}" srcOrd="0" destOrd="0" presId="urn:microsoft.com/office/officeart/2018/2/layout/IconLabelDescriptionList"/>
    <dgm:cxn modelId="{2096FBDB-643E-4DE9-ACE9-135614E8207E}" type="presParOf" srcId="{33400CA0-2E9F-466B-93D0-27E0C08403A7}" destId="{C49168AC-5532-4DDA-B8B2-49510CBA43BF}" srcOrd="1" destOrd="0" presId="urn:microsoft.com/office/officeart/2018/2/layout/IconLabelDescriptionList"/>
    <dgm:cxn modelId="{244A4877-AA7F-48DD-96B3-974159D85C33}" type="presParOf" srcId="{33400CA0-2E9F-466B-93D0-27E0C08403A7}" destId="{EA00490D-DDF7-476D-BC91-F1BED5C58A02}" srcOrd="2" destOrd="0" presId="urn:microsoft.com/office/officeart/2018/2/layout/IconLabelDescriptionList"/>
    <dgm:cxn modelId="{23FC1905-6410-43CE-9E6D-0ED2EFCFD9CA}" type="presParOf" srcId="{33400CA0-2E9F-466B-93D0-27E0C08403A7}" destId="{28E0F052-16CE-485A-BEBD-CF10AAF3F1F0}" srcOrd="3" destOrd="0" presId="urn:microsoft.com/office/officeart/2018/2/layout/IconLabelDescriptionList"/>
    <dgm:cxn modelId="{F05DF877-99F8-41BF-A257-0EF6A0013465}" type="presParOf" srcId="{33400CA0-2E9F-466B-93D0-27E0C08403A7}" destId="{20DB4837-A8C5-41F0-AEAA-C3F463C22105}" srcOrd="4" destOrd="0" presId="urn:microsoft.com/office/officeart/2018/2/layout/IconLabelDescriptionList"/>
    <dgm:cxn modelId="{64E2912E-20C3-45AD-B179-B75859A8909A}" type="presParOf" srcId="{8752FCF7-D3E8-49B6-95CF-706268AFE4EF}" destId="{45A2EF6E-5DB9-465B-8998-6DB3A7149217}" srcOrd="1" destOrd="0" presId="urn:microsoft.com/office/officeart/2018/2/layout/IconLabelDescriptionList"/>
    <dgm:cxn modelId="{F1101F9F-E41B-4D8F-AC03-F41921D1541E}" type="presParOf" srcId="{8752FCF7-D3E8-49B6-95CF-706268AFE4EF}" destId="{F158CFFE-35E3-4E56-A00D-992AEFCB8E56}" srcOrd="2" destOrd="0" presId="urn:microsoft.com/office/officeart/2018/2/layout/IconLabelDescriptionList"/>
    <dgm:cxn modelId="{C117A2FA-A2A2-4D47-9755-2A7F6C123E2C}" type="presParOf" srcId="{F158CFFE-35E3-4E56-A00D-992AEFCB8E56}" destId="{484B10B0-F9A2-426D-90B6-276694C3E4C8}" srcOrd="0" destOrd="0" presId="urn:microsoft.com/office/officeart/2018/2/layout/IconLabelDescriptionList"/>
    <dgm:cxn modelId="{6B8C94A6-1E7B-415D-A63F-A26496D5E7B3}" type="presParOf" srcId="{F158CFFE-35E3-4E56-A00D-992AEFCB8E56}" destId="{082419F8-FC0B-4C0C-BECA-BD2D0CAF338D}" srcOrd="1" destOrd="0" presId="urn:microsoft.com/office/officeart/2018/2/layout/IconLabelDescriptionList"/>
    <dgm:cxn modelId="{732916D2-34D4-4DA0-9B9F-96A68B0B0AD3}" type="presParOf" srcId="{F158CFFE-35E3-4E56-A00D-992AEFCB8E56}" destId="{6DCF8FD2-8888-4CC4-9C2B-3BE34E029D86}" srcOrd="2" destOrd="0" presId="urn:microsoft.com/office/officeart/2018/2/layout/IconLabelDescriptionList"/>
    <dgm:cxn modelId="{5DDDF815-CDCA-49B8-92C2-72DF95F31E87}" type="presParOf" srcId="{F158CFFE-35E3-4E56-A00D-992AEFCB8E56}" destId="{8F8AADD7-6EAA-4C67-BDE2-5A8CD52AF9D1}" srcOrd="3" destOrd="0" presId="urn:microsoft.com/office/officeart/2018/2/layout/IconLabelDescriptionList"/>
    <dgm:cxn modelId="{0D150B32-02BB-4ED8-B6B5-FB0C5D703951}" type="presParOf" srcId="{F158CFFE-35E3-4E56-A00D-992AEFCB8E56}" destId="{BDE8C3D6-D298-4015-97FE-D327A3073C43}"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0472F51C-D05B-46BC-82E7-DE9DEB9D0258}" type="doc">
      <dgm:prSet loTypeId="urn:microsoft.com/office/officeart/2018/2/layout/IconLabelDescriptionList" loCatId="icon" qsTypeId="urn:microsoft.com/office/officeart/2005/8/quickstyle/simple1" qsCatId="simple" csTypeId="urn:microsoft.com/office/officeart/2005/8/colors/accent1_2" csCatId="accent1" phldr="1"/>
      <dgm:spPr/>
      <dgm:t>
        <a:bodyPr/>
        <a:lstStyle/>
        <a:p>
          <a:endParaRPr lang="en-US"/>
        </a:p>
      </dgm:t>
    </dgm:pt>
    <dgm:pt modelId="{2782A790-4A34-4DDC-82EE-21561676AD76}">
      <dgm:prSet/>
      <dgm:spPr/>
      <dgm:t>
        <a:bodyPr/>
        <a:lstStyle/>
        <a:p>
          <a:pPr>
            <a:lnSpc>
              <a:spcPct val="100000"/>
            </a:lnSpc>
            <a:defRPr b="1"/>
          </a:pPr>
          <a:r>
            <a:rPr lang="en-US" b="1" dirty="0"/>
            <a:t>Advantages:</a:t>
          </a:r>
          <a:endParaRPr lang="en-US" dirty="0"/>
        </a:p>
      </dgm:t>
    </dgm:pt>
    <dgm:pt modelId="{17B2917D-365C-4F30-8ADF-0C9F631187A5}" type="parTrans" cxnId="{A5B86F05-31AC-4C7D-8811-217042219719}">
      <dgm:prSet/>
      <dgm:spPr/>
      <dgm:t>
        <a:bodyPr/>
        <a:lstStyle/>
        <a:p>
          <a:endParaRPr lang="en-US"/>
        </a:p>
      </dgm:t>
    </dgm:pt>
    <dgm:pt modelId="{5B37158F-456D-438A-9D22-81F50D000C59}" type="sibTrans" cxnId="{A5B86F05-31AC-4C7D-8811-217042219719}">
      <dgm:prSet/>
      <dgm:spPr/>
      <dgm:t>
        <a:bodyPr/>
        <a:lstStyle/>
        <a:p>
          <a:endParaRPr lang="en-US"/>
        </a:p>
      </dgm:t>
    </dgm:pt>
    <dgm:pt modelId="{072EC34A-4331-4DB8-A596-5FAB85CD7ADB}">
      <dgm:prSet/>
      <dgm:spPr/>
      <dgm:t>
        <a:bodyPr/>
        <a:lstStyle/>
        <a:p>
          <a:pPr>
            <a:lnSpc>
              <a:spcPct val="100000"/>
            </a:lnSpc>
          </a:pPr>
          <a:r>
            <a:rPr lang="en-US"/>
            <a:t>Highly interactive and customizable visualizations.</a:t>
          </a:r>
          <a:endParaRPr lang="en-US" dirty="0"/>
        </a:p>
      </dgm:t>
    </dgm:pt>
    <dgm:pt modelId="{E3BD81E8-02A2-4483-AD76-37C13E330D98}" type="parTrans" cxnId="{EF877EAC-885D-4922-B5B9-8597EEE62932}">
      <dgm:prSet/>
      <dgm:spPr/>
      <dgm:t>
        <a:bodyPr/>
        <a:lstStyle/>
        <a:p>
          <a:endParaRPr lang="en-US"/>
        </a:p>
      </dgm:t>
    </dgm:pt>
    <dgm:pt modelId="{A64C2F84-3BFE-4990-AA5D-8A33639453E2}" type="sibTrans" cxnId="{EF877EAC-885D-4922-B5B9-8597EEE62932}">
      <dgm:prSet/>
      <dgm:spPr/>
      <dgm:t>
        <a:bodyPr/>
        <a:lstStyle/>
        <a:p>
          <a:endParaRPr lang="en-US"/>
        </a:p>
      </dgm:t>
    </dgm:pt>
    <dgm:pt modelId="{440B4791-76AF-4969-8459-8FE61254E1FE}">
      <dgm:prSet/>
      <dgm:spPr/>
      <dgm:t>
        <a:bodyPr/>
        <a:lstStyle/>
        <a:p>
          <a:pPr>
            <a:lnSpc>
              <a:spcPct val="100000"/>
            </a:lnSpc>
          </a:pPr>
          <a:endParaRPr lang="en-US" dirty="0"/>
        </a:p>
      </dgm:t>
    </dgm:pt>
    <dgm:pt modelId="{86E372C1-1E2F-45EA-A46C-82A721288AAC}" type="parTrans" cxnId="{8C6BCC6F-5981-4DE1-B7D9-829D570760BE}">
      <dgm:prSet/>
      <dgm:spPr/>
      <dgm:t>
        <a:bodyPr/>
        <a:lstStyle/>
        <a:p>
          <a:endParaRPr lang="en-US"/>
        </a:p>
      </dgm:t>
    </dgm:pt>
    <dgm:pt modelId="{607D458C-27EC-41D6-AF25-0109289DA11E}" type="sibTrans" cxnId="{8C6BCC6F-5981-4DE1-B7D9-829D570760BE}">
      <dgm:prSet/>
      <dgm:spPr/>
      <dgm:t>
        <a:bodyPr/>
        <a:lstStyle/>
        <a:p>
          <a:endParaRPr lang="en-US"/>
        </a:p>
      </dgm:t>
    </dgm:pt>
    <dgm:pt modelId="{F29889C0-6E7A-4CBE-A587-A91A3A839660}">
      <dgm:prSet/>
      <dgm:spPr/>
      <dgm:t>
        <a:bodyPr/>
        <a:lstStyle/>
        <a:p>
          <a:pPr>
            <a:lnSpc>
              <a:spcPct val="100000"/>
            </a:lnSpc>
            <a:defRPr b="1"/>
          </a:pPr>
          <a:r>
            <a:rPr lang="en-US" b="1"/>
            <a:t>Disadvantages:</a:t>
          </a:r>
          <a:endParaRPr lang="en-US"/>
        </a:p>
      </dgm:t>
    </dgm:pt>
    <dgm:pt modelId="{89B91EFC-962D-40F3-BC58-F41B2462F5AF}" type="parTrans" cxnId="{EC730DB4-4556-4E45-B5B1-EB1310D906B0}">
      <dgm:prSet/>
      <dgm:spPr/>
      <dgm:t>
        <a:bodyPr/>
        <a:lstStyle/>
        <a:p>
          <a:endParaRPr lang="en-US"/>
        </a:p>
      </dgm:t>
    </dgm:pt>
    <dgm:pt modelId="{4D4D4DDF-C281-4B12-96B8-652B112FC397}" type="sibTrans" cxnId="{EC730DB4-4556-4E45-B5B1-EB1310D906B0}">
      <dgm:prSet/>
      <dgm:spPr/>
      <dgm:t>
        <a:bodyPr/>
        <a:lstStyle/>
        <a:p>
          <a:endParaRPr lang="en-US"/>
        </a:p>
      </dgm:t>
    </dgm:pt>
    <dgm:pt modelId="{4D038937-E37D-4553-B1C2-805F3B6FA976}">
      <dgm:prSet/>
      <dgm:spPr/>
      <dgm:t>
        <a:bodyPr/>
        <a:lstStyle/>
        <a:p>
          <a:pPr>
            <a:lnSpc>
              <a:spcPct val="100000"/>
            </a:lnSpc>
          </a:pPr>
          <a:r>
            <a:rPr lang="en-IN"/>
            <a:t>Expensive licensing model.</a:t>
          </a:r>
          <a:endParaRPr lang="en-US" dirty="0"/>
        </a:p>
      </dgm:t>
    </dgm:pt>
    <dgm:pt modelId="{8139F35C-5140-4F13-B67D-0B5B5E5EC296}" type="parTrans" cxnId="{DE0074DE-0B79-4BCD-A80E-2D9594E2A83F}">
      <dgm:prSet/>
      <dgm:spPr/>
      <dgm:t>
        <a:bodyPr/>
        <a:lstStyle/>
        <a:p>
          <a:endParaRPr lang="en-US"/>
        </a:p>
      </dgm:t>
    </dgm:pt>
    <dgm:pt modelId="{2A7CFEAA-7416-4C9D-98D8-06BF9D23F7EA}" type="sibTrans" cxnId="{DE0074DE-0B79-4BCD-A80E-2D9594E2A83F}">
      <dgm:prSet/>
      <dgm:spPr/>
      <dgm:t>
        <a:bodyPr/>
        <a:lstStyle/>
        <a:p>
          <a:endParaRPr lang="en-US"/>
        </a:p>
      </dgm:t>
    </dgm:pt>
    <dgm:pt modelId="{A97B55CD-D210-4B1D-8866-37CF57F7B6FC}">
      <dgm:prSet/>
      <dgm:spPr/>
      <dgm:t>
        <a:bodyPr/>
        <a:lstStyle/>
        <a:p>
          <a:pPr>
            <a:lnSpc>
              <a:spcPct val="100000"/>
            </a:lnSpc>
          </a:pPr>
          <a:r>
            <a:rPr lang="en-US"/>
            <a:t>Drag-and-drop functionality for ease of use.</a:t>
          </a:r>
        </a:p>
      </dgm:t>
    </dgm:pt>
    <dgm:pt modelId="{9BEE1F4C-4E6F-4D63-BD5A-06ED4B6E98E8}" type="parTrans" cxnId="{C9CF1528-DA81-421C-8A0A-57A61D40EC79}">
      <dgm:prSet/>
      <dgm:spPr/>
      <dgm:t>
        <a:bodyPr/>
        <a:lstStyle/>
        <a:p>
          <a:endParaRPr lang="en-IN"/>
        </a:p>
      </dgm:t>
    </dgm:pt>
    <dgm:pt modelId="{6AE2DBF7-7321-43FB-9329-3B4630389118}" type="sibTrans" cxnId="{C9CF1528-DA81-421C-8A0A-57A61D40EC79}">
      <dgm:prSet/>
      <dgm:spPr/>
      <dgm:t>
        <a:bodyPr/>
        <a:lstStyle/>
        <a:p>
          <a:endParaRPr lang="en-IN"/>
        </a:p>
      </dgm:t>
    </dgm:pt>
    <dgm:pt modelId="{04650F58-FB2E-4D2D-ACD1-0756DA369B48}">
      <dgm:prSet/>
      <dgm:spPr/>
      <dgm:t>
        <a:bodyPr/>
        <a:lstStyle/>
        <a:p>
          <a:pPr>
            <a:lnSpc>
              <a:spcPct val="100000"/>
            </a:lnSpc>
          </a:pPr>
          <a:r>
            <a:rPr lang="en-US"/>
            <a:t>Strong support for real-time data and multiple data sources.</a:t>
          </a:r>
        </a:p>
      </dgm:t>
    </dgm:pt>
    <dgm:pt modelId="{92B8C57E-2173-4976-A8F6-6BA847105D92}" type="parTrans" cxnId="{4B1E4170-4C20-4680-A0A2-1699820C3735}">
      <dgm:prSet/>
      <dgm:spPr/>
      <dgm:t>
        <a:bodyPr/>
        <a:lstStyle/>
        <a:p>
          <a:endParaRPr lang="en-IN"/>
        </a:p>
      </dgm:t>
    </dgm:pt>
    <dgm:pt modelId="{AC3775F3-15EF-42CF-BE22-9B5807BEF50B}" type="sibTrans" cxnId="{4B1E4170-4C20-4680-A0A2-1699820C3735}">
      <dgm:prSet/>
      <dgm:spPr/>
      <dgm:t>
        <a:bodyPr/>
        <a:lstStyle/>
        <a:p>
          <a:endParaRPr lang="en-IN"/>
        </a:p>
      </dgm:t>
    </dgm:pt>
    <dgm:pt modelId="{6CB86EBF-50B5-4315-8E26-6EEB15002C0E}">
      <dgm:prSet/>
      <dgm:spPr/>
      <dgm:t>
        <a:bodyPr/>
        <a:lstStyle/>
        <a:p>
          <a:pPr>
            <a:lnSpc>
              <a:spcPct val="100000"/>
            </a:lnSpc>
          </a:pPr>
          <a:r>
            <a:rPr lang="en-US" dirty="0"/>
            <a:t>Advanced analytics and AI-driven insights.</a:t>
          </a:r>
        </a:p>
      </dgm:t>
    </dgm:pt>
    <dgm:pt modelId="{D4CECD5D-C301-476F-999D-9A6775A71B98}" type="parTrans" cxnId="{5912DAF5-6F50-4821-9D0B-96D696658FF1}">
      <dgm:prSet/>
      <dgm:spPr/>
      <dgm:t>
        <a:bodyPr/>
        <a:lstStyle/>
        <a:p>
          <a:endParaRPr lang="en-IN"/>
        </a:p>
      </dgm:t>
    </dgm:pt>
    <dgm:pt modelId="{9E1C4C4F-4D33-4BDB-A382-7F3F001FE4A7}" type="sibTrans" cxnId="{5912DAF5-6F50-4821-9D0B-96D696658FF1}">
      <dgm:prSet/>
      <dgm:spPr/>
      <dgm:t>
        <a:bodyPr/>
        <a:lstStyle/>
        <a:p>
          <a:endParaRPr lang="en-IN"/>
        </a:p>
      </dgm:t>
    </dgm:pt>
    <dgm:pt modelId="{09BBF259-FE31-4FB4-A850-D6055221DB90}">
      <dgm:prSet/>
      <dgm:spPr/>
      <dgm:t>
        <a:bodyPr/>
        <a:lstStyle/>
        <a:p>
          <a:pPr>
            <a:lnSpc>
              <a:spcPct val="100000"/>
            </a:lnSpc>
          </a:pPr>
          <a:r>
            <a:rPr lang="en-US"/>
            <a:t>Requires training for advanced functionality.</a:t>
          </a:r>
        </a:p>
      </dgm:t>
    </dgm:pt>
    <dgm:pt modelId="{F7E874A5-6FC9-4756-8F00-971C0119DFA1}" type="parTrans" cxnId="{9DB6F7F3-7498-43A0-A6EF-A2E4DE1D3155}">
      <dgm:prSet/>
      <dgm:spPr/>
      <dgm:t>
        <a:bodyPr/>
        <a:lstStyle/>
        <a:p>
          <a:endParaRPr lang="en-IN"/>
        </a:p>
      </dgm:t>
    </dgm:pt>
    <dgm:pt modelId="{426760CA-563E-4F4F-AD23-32EA81C57FAD}" type="sibTrans" cxnId="{9DB6F7F3-7498-43A0-A6EF-A2E4DE1D3155}">
      <dgm:prSet/>
      <dgm:spPr/>
      <dgm:t>
        <a:bodyPr/>
        <a:lstStyle/>
        <a:p>
          <a:endParaRPr lang="en-IN"/>
        </a:p>
      </dgm:t>
    </dgm:pt>
    <dgm:pt modelId="{661005DD-3B8B-4199-8D83-BB3679B7DFCB}">
      <dgm:prSet/>
      <dgm:spPr/>
      <dgm:t>
        <a:bodyPr/>
        <a:lstStyle/>
        <a:p>
          <a:pPr>
            <a:lnSpc>
              <a:spcPct val="100000"/>
            </a:lnSpc>
          </a:pPr>
          <a:r>
            <a:rPr lang="en-US"/>
            <a:t>Performance issues with very large datasets.</a:t>
          </a:r>
        </a:p>
      </dgm:t>
    </dgm:pt>
    <dgm:pt modelId="{DD2415B1-BFDD-4ABE-ABB9-25519C7E177F}" type="parTrans" cxnId="{D03D8268-4107-4DB8-97A3-40C2EAE732EF}">
      <dgm:prSet/>
      <dgm:spPr/>
      <dgm:t>
        <a:bodyPr/>
        <a:lstStyle/>
        <a:p>
          <a:endParaRPr lang="en-IN"/>
        </a:p>
      </dgm:t>
    </dgm:pt>
    <dgm:pt modelId="{324E6FA3-44AE-4B1E-B887-68192D750C25}" type="sibTrans" cxnId="{D03D8268-4107-4DB8-97A3-40C2EAE732EF}">
      <dgm:prSet/>
      <dgm:spPr/>
      <dgm:t>
        <a:bodyPr/>
        <a:lstStyle/>
        <a:p>
          <a:endParaRPr lang="en-IN"/>
        </a:p>
      </dgm:t>
    </dgm:pt>
    <dgm:pt modelId="{54BCAC7B-72DA-4B75-A0E6-D267D2C0615B}">
      <dgm:prSet/>
      <dgm:spPr/>
      <dgm:t>
        <a:bodyPr/>
        <a:lstStyle/>
        <a:p>
          <a:pPr>
            <a:lnSpc>
              <a:spcPct val="100000"/>
            </a:lnSpc>
          </a:pPr>
          <a:r>
            <a:rPr lang="en-US" dirty="0"/>
            <a:t>Less seamless integration with Microsoft products compared to Power BI.</a:t>
          </a:r>
        </a:p>
      </dgm:t>
    </dgm:pt>
    <dgm:pt modelId="{706A9071-4C6B-4055-A7A3-229108EF227B}" type="parTrans" cxnId="{0548099B-AE3C-4F44-BCBB-9882FD2D58CC}">
      <dgm:prSet/>
      <dgm:spPr/>
      <dgm:t>
        <a:bodyPr/>
        <a:lstStyle/>
        <a:p>
          <a:endParaRPr lang="en-IN"/>
        </a:p>
      </dgm:t>
    </dgm:pt>
    <dgm:pt modelId="{C3DFB860-1CBB-4449-8AF0-E3AE0C418E98}" type="sibTrans" cxnId="{0548099B-AE3C-4F44-BCBB-9882FD2D58CC}">
      <dgm:prSet/>
      <dgm:spPr/>
      <dgm:t>
        <a:bodyPr/>
        <a:lstStyle/>
        <a:p>
          <a:endParaRPr lang="en-IN"/>
        </a:p>
      </dgm:t>
    </dgm:pt>
    <dgm:pt modelId="{8752FCF7-D3E8-49B6-95CF-706268AFE4EF}" type="pres">
      <dgm:prSet presAssocID="{0472F51C-D05B-46BC-82E7-DE9DEB9D0258}" presName="root" presStyleCnt="0">
        <dgm:presLayoutVars>
          <dgm:dir/>
          <dgm:resizeHandles val="exact"/>
        </dgm:presLayoutVars>
      </dgm:prSet>
      <dgm:spPr/>
    </dgm:pt>
    <dgm:pt modelId="{33400CA0-2E9F-466B-93D0-27E0C08403A7}" type="pres">
      <dgm:prSet presAssocID="{2782A790-4A34-4DDC-82EE-21561676AD76}" presName="compNode" presStyleCnt="0"/>
      <dgm:spPr/>
    </dgm:pt>
    <dgm:pt modelId="{11367E86-8F6E-425A-9710-F57DDB283B61}" type="pres">
      <dgm:prSet presAssocID="{2782A790-4A34-4DDC-82EE-21561676AD76}" presName="iconRect" presStyleLbl="node1" presStyleIdx="0" presStyleCnt="2" custLinFactNeighborX="-33439"/>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yncing Cloud"/>
        </a:ext>
      </dgm:extLst>
    </dgm:pt>
    <dgm:pt modelId="{C49168AC-5532-4DDA-B8B2-49510CBA43BF}" type="pres">
      <dgm:prSet presAssocID="{2782A790-4A34-4DDC-82EE-21561676AD76}" presName="iconSpace" presStyleCnt="0"/>
      <dgm:spPr/>
    </dgm:pt>
    <dgm:pt modelId="{EA00490D-DDF7-476D-BC91-F1BED5C58A02}" type="pres">
      <dgm:prSet presAssocID="{2782A790-4A34-4DDC-82EE-21561676AD76}" presName="parTx" presStyleLbl="revTx" presStyleIdx="0" presStyleCnt="4" custLinFactNeighborX="-11703">
        <dgm:presLayoutVars>
          <dgm:chMax val="0"/>
          <dgm:chPref val="0"/>
        </dgm:presLayoutVars>
      </dgm:prSet>
      <dgm:spPr/>
    </dgm:pt>
    <dgm:pt modelId="{28E0F052-16CE-485A-BEBD-CF10AAF3F1F0}" type="pres">
      <dgm:prSet presAssocID="{2782A790-4A34-4DDC-82EE-21561676AD76}" presName="txSpace" presStyleCnt="0"/>
      <dgm:spPr/>
    </dgm:pt>
    <dgm:pt modelId="{20DB4837-A8C5-41F0-AEAA-C3F463C22105}" type="pres">
      <dgm:prSet presAssocID="{2782A790-4A34-4DDC-82EE-21561676AD76}" presName="desTx" presStyleLbl="revTx" presStyleIdx="1" presStyleCnt="4" custLinFactNeighborX="-11703">
        <dgm:presLayoutVars/>
      </dgm:prSet>
      <dgm:spPr/>
    </dgm:pt>
    <dgm:pt modelId="{45A2EF6E-5DB9-465B-8998-6DB3A7149217}" type="pres">
      <dgm:prSet presAssocID="{5B37158F-456D-438A-9D22-81F50D000C59}" presName="sibTrans" presStyleCnt="0"/>
      <dgm:spPr/>
    </dgm:pt>
    <dgm:pt modelId="{F158CFFE-35E3-4E56-A00D-992AEFCB8E56}" type="pres">
      <dgm:prSet presAssocID="{F29889C0-6E7A-4CBE-A587-A91A3A839660}" presName="compNode" presStyleCnt="0"/>
      <dgm:spPr/>
    </dgm:pt>
    <dgm:pt modelId="{484B10B0-F9A2-426D-90B6-276694C3E4C8}" type="pres">
      <dgm:prSet presAssocID="{F29889C0-6E7A-4CBE-A587-A91A3A839660}"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Windmill"/>
        </a:ext>
      </dgm:extLst>
    </dgm:pt>
    <dgm:pt modelId="{082419F8-FC0B-4C0C-BECA-BD2D0CAF338D}" type="pres">
      <dgm:prSet presAssocID="{F29889C0-6E7A-4CBE-A587-A91A3A839660}" presName="iconSpace" presStyleCnt="0"/>
      <dgm:spPr/>
    </dgm:pt>
    <dgm:pt modelId="{6DCF8FD2-8888-4CC4-9C2B-3BE34E029D86}" type="pres">
      <dgm:prSet presAssocID="{F29889C0-6E7A-4CBE-A587-A91A3A839660}" presName="parTx" presStyleLbl="revTx" presStyleIdx="2" presStyleCnt="4">
        <dgm:presLayoutVars>
          <dgm:chMax val="0"/>
          <dgm:chPref val="0"/>
        </dgm:presLayoutVars>
      </dgm:prSet>
      <dgm:spPr/>
    </dgm:pt>
    <dgm:pt modelId="{8F8AADD7-6EAA-4C67-BDE2-5A8CD52AF9D1}" type="pres">
      <dgm:prSet presAssocID="{F29889C0-6E7A-4CBE-A587-A91A3A839660}" presName="txSpace" presStyleCnt="0"/>
      <dgm:spPr/>
    </dgm:pt>
    <dgm:pt modelId="{BDE8C3D6-D298-4015-97FE-D327A3073C43}" type="pres">
      <dgm:prSet presAssocID="{F29889C0-6E7A-4CBE-A587-A91A3A839660}" presName="desTx" presStyleLbl="revTx" presStyleIdx="3" presStyleCnt="4">
        <dgm:presLayoutVars/>
      </dgm:prSet>
      <dgm:spPr/>
    </dgm:pt>
  </dgm:ptLst>
  <dgm:cxnLst>
    <dgm:cxn modelId="{A5B86F05-31AC-4C7D-8811-217042219719}" srcId="{0472F51C-D05B-46BC-82E7-DE9DEB9D0258}" destId="{2782A790-4A34-4DDC-82EE-21561676AD76}" srcOrd="0" destOrd="0" parTransId="{17B2917D-365C-4F30-8ADF-0C9F631187A5}" sibTransId="{5B37158F-456D-438A-9D22-81F50D000C59}"/>
    <dgm:cxn modelId="{8E09C71E-6F6F-4DC2-82A4-261C3EB571A8}" type="presOf" srcId="{440B4791-76AF-4969-8459-8FE61254E1FE}" destId="{20DB4837-A8C5-41F0-AEAA-C3F463C22105}" srcOrd="0" destOrd="4" presId="urn:microsoft.com/office/officeart/2018/2/layout/IconLabelDescriptionList"/>
    <dgm:cxn modelId="{CBD90828-9C72-4A00-A5D4-4F55FB0DDE3E}" type="presOf" srcId="{661005DD-3B8B-4199-8D83-BB3679B7DFCB}" destId="{BDE8C3D6-D298-4015-97FE-D327A3073C43}" srcOrd="0" destOrd="2" presId="urn:microsoft.com/office/officeart/2018/2/layout/IconLabelDescriptionList"/>
    <dgm:cxn modelId="{C9CF1528-DA81-421C-8A0A-57A61D40EC79}" srcId="{2782A790-4A34-4DDC-82EE-21561676AD76}" destId="{A97B55CD-D210-4B1D-8866-37CF57F7B6FC}" srcOrd="1" destOrd="0" parTransId="{9BEE1F4C-4E6F-4D63-BD5A-06ED4B6E98E8}" sibTransId="{6AE2DBF7-7321-43FB-9329-3B4630389118}"/>
    <dgm:cxn modelId="{35F2E42C-BCC9-4E7F-9C72-164895D3F193}" type="presOf" srcId="{09BBF259-FE31-4FB4-A850-D6055221DB90}" destId="{BDE8C3D6-D298-4015-97FE-D327A3073C43}" srcOrd="0" destOrd="1" presId="urn:microsoft.com/office/officeart/2018/2/layout/IconLabelDescriptionList"/>
    <dgm:cxn modelId="{D6505147-4315-4254-BA52-5A5383534CF0}" type="presOf" srcId="{54BCAC7B-72DA-4B75-A0E6-D267D2C0615B}" destId="{BDE8C3D6-D298-4015-97FE-D327A3073C43}" srcOrd="0" destOrd="3" presId="urn:microsoft.com/office/officeart/2018/2/layout/IconLabelDescriptionList"/>
    <dgm:cxn modelId="{D03D8268-4107-4DB8-97A3-40C2EAE732EF}" srcId="{F29889C0-6E7A-4CBE-A587-A91A3A839660}" destId="{661005DD-3B8B-4199-8D83-BB3679B7DFCB}" srcOrd="2" destOrd="0" parTransId="{DD2415B1-BFDD-4ABE-ABB9-25519C7E177F}" sibTransId="{324E6FA3-44AE-4B1E-B887-68192D750C25}"/>
    <dgm:cxn modelId="{8C6BCC6F-5981-4DE1-B7D9-829D570760BE}" srcId="{2782A790-4A34-4DDC-82EE-21561676AD76}" destId="{440B4791-76AF-4969-8459-8FE61254E1FE}" srcOrd="4" destOrd="0" parTransId="{86E372C1-1E2F-45EA-A46C-82A721288AAC}" sibTransId="{607D458C-27EC-41D6-AF25-0109289DA11E}"/>
    <dgm:cxn modelId="{4B1E4170-4C20-4680-A0A2-1699820C3735}" srcId="{2782A790-4A34-4DDC-82EE-21561676AD76}" destId="{04650F58-FB2E-4D2D-ACD1-0756DA369B48}" srcOrd="2" destOrd="0" parTransId="{92B8C57E-2173-4976-A8F6-6BA847105D92}" sibTransId="{AC3775F3-15EF-42CF-BE22-9B5807BEF50B}"/>
    <dgm:cxn modelId="{8EF5D184-F763-44F4-9345-C001C562E22E}" type="presOf" srcId="{072EC34A-4331-4DB8-A596-5FAB85CD7ADB}" destId="{20DB4837-A8C5-41F0-AEAA-C3F463C22105}" srcOrd="0" destOrd="0" presId="urn:microsoft.com/office/officeart/2018/2/layout/IconLabelDescriptionList"/>
    <dgm:cxn modelId="{D9F83286-2948-400D-B162-96358A28F6D4}" type="presOf" srcId="{6CB86EBF-50B5-4315-8E26-6EEB15002C0E}" destId="{20DB4837-A8C5-41F0-AEAA-C3F463C22105}" srcOrd="0" destOrd="3" presId="urn:microsoft.com/office/officeart/2018/2/layout/IconLabelDescriptionList"/>
    <dgm:cxn modelId="{6D356897-74E0-4C18-86CA-45D23E5A3C0C}" type="presOf" srcId="{4D038937-E37D-4553-B1C2-805F3B6FA976}" destId="{BDE8C3D6-D298-4015-97FE-D327A3073C43}" srcOrd="0" destOrd="0" presId="urn:microsoft.com/office/officeart/2018/2/layout/IconLabelDescriptionList"/>
    <dgm:cxn modelId="{0548099B-AE3C-4F44-BCBB-9882FD2D58CC}" srcId="{F29889C0-6E7A-4CBE-A587-A91A3A839660}" destId="{54BCAC7B-72DA-4B75-A0E6-D267D2C0615B}" srcOrd="3" destOrd="0" parTransId="{706A9071-4C6B-4055-A7A3-229108EF227B}" sibTransId="{C3DFB860-1CBB-4449-8AF0-E3AE0C418E98}"/>
    <dgm:cxn modelId="{85C7C8A6-7C76-4740-9999-B194CE535DB8}" type="presOf" srcId="{0472F51C-D05B-46BC-82E7-DE9DEB9D0258}" destId="{8752FCF7-D3E8-49B6-95CF-706268AFE4EF}" srcOrd="0" destOrd="0" presId="urn:microsoft.com/office/officeart/2018/2/layout/IconLabelDescriptionList"/>
    <dgm:cxn modelId="{EF877EAC-885D-4922-B5B9-8597EEE62932}" srcId="{2782A790-4A34-4DDC-82EE-21561676AD76}" destId="{072EC34A-4331-4DB8-A596-5FAB85CD7ADB}" srcOrd="0" destOrd="0" parTransId="{E3BD81E8-02A2-4483-AD76-37C13E330D98}" sibTransId="{A64C2F84-3BFE-4990-AA5D-8A33639453E2}"/>
    <dgm:cxn modelId="{EC730DB4-4556-4E45-B5B1-EB1310D906B0}" srcId="{0472F51C-D05B-46BC-82E7-DE9DEB9D0258}" destId="{F29889C0-6E7A-4CBE-A587-A91A3A839660}" srcOrd="1" destOrd="0" parTransId="{89B91EFC-962D-40F3-BC58-F41B2462F5AF}" sibTransId="{4D4D4DDF-C281-4B12-96B8-652B112FC397}"/>
    <dgm:cxn modelId="{764742BF-8D18-4AC1-A6F3-1594457D6C56}" type="presOf" srcId="{04650F58-FB2E-4D2D-ACD1-0756DA369B48}" destId="{20DB4837-A8C5-41F0-AEAA-C3F463C22105}" srcOrd="0" destOrd="2" presId="urn:microsoft.com/office/officeart/2018/2/layout/IconLabelDescriptionList"/>
    <dgm:cxn modelId="{061EBAD7-EEA0-4ECD-B63D-DCE8E9F7A391}" type="presOf" srcId="{F29889C0-6E7A-4CBE-A587-A91A3A839660}" destId="{6DCF8FD2-8888-4CC4-9C2B-3BE34E029D86}" srcOrd="0" destOrd="0" presId="urn:microsoft.com/office/officeart/2018/2/layout/IconLabelDescriptionList"/>
    <dgm:cxn modelId="{DE0074DE-0B79-4BCD-A80E-2D9594E2A83F}" srcId="{F29889C0-6E7A-4CBE-A587-A91A3A839660}" destId="{4D038937-E37D-4553-B1C2-805F3B6FA976}" srcOrd="0" destOrd="0" parTransId="{8139F35C-5140-4F13-B67D-0B5B5E5EC296}" sibTransId="{2A7CFEAA-7416-4C9D-98D8-06BF9D23F7EA}"/>
    <dgm:cxn modelId="{A90633E0-48CF-4A17-9FFB-648A568F8FD8}" type="presOf" srcId="{2782A790-4A34-4DDC-82EE-21561676AD76}" destId="{EA00490D-DDF7-476D-BC91-F1BED5C58A02}" srcOrd="0" destOrd="0" presId="urn:microsoft.com/office/officeart/2018/2/layout/IconLabelDescriptionList"/>
    <dgm:cxn modelId="{0F2D03E3-6E98-464C-B199-2BCFE9BF8AB8}" type="presOf" srcId="{A97B55CD-D210-4B1D-8866-37CF57F7B6FC}" destId="{20DB4837-A8C5-41F0-AEAA-C3F463C22105}" srcOrd="0" destOrd="1" presId="urn:microsoft.com/office/officeart/2018/2/layout/IconLabelDescriptionList"/>
    <dgm:cxn modelId="{9DB6F7F3-7498-43A0-A6EF-A2E4DE1D3155}" srcId="{F29889C0-6E7A-4CBE-A587-A91A3A839660}" destId="{09BBF259-FE31-4FB4-A850-D6055221DB90}" srcOrd="1" destOrd="0" parTransId="{F7E874A5-6FC9-4756-8F00-971C0119DFA1}" sibTransId="{426760CA-563E-4F4F-AD23-32EA81C57FAD}"/>
    <dgm:cxn modelId="{5912DAF5-6F50-4821-9D0B-96D696658FF1}" srcId="{2782A790-4A34-4DDC-82EE-21561676AD76}" destId="{6CB86EBF-50B5-4315-8E26-6EEB15002C0E}" srcOrd="3" destOrd="0" parTransId="{D4CECD5D-C301-476F-999D-9A6775A71B98}" sibTransId="{9E1C4C4F-4D33-4BDB-A382-7F3F001FE4A7}"/>
    <dgm:cxn modelId="{7DB36BD1-81B6-4C80-8427-C15424A2D1BE}" type="presParOf" srcId="{8752FCF7-D3E8-49B6-95CF-706268AFE4EF}" destId="{33400CA0-2E9F-466B-93D0-27E0C08403A7}" srcOrd="0" destOrd="0" presId="urn:microsoft.com/office/officeart/2018/2/layout/IconLabelDescriptionList"/>
    <dgm:cxn modelId="{4303B2B8-18EE-4370-A7E1-3C6FBC9EC56E}" type="presParOf" srcId="{33400CA0-2E9F-466B-93D0-27E0C08403A7}" destId="{11367E86-8F6E-425A-9710-F57DDB283B61}" srcOrd="0" destOrd="0" presId="urn:microsoft.com/office/officeart/2018/2/layout/IconLabelDescriptionList"/>
    <dgm:cxn modelId="{2096FBDB-643E-4DE9-ACE9-135614E8207E}" type="presParOf" srcId="{33400CA0-2E9F-466B-93D0-27E0C08403A7}" destId="{C49168AC-5532-4DDA-B8B2-49510CBA43BF}" srcOrd="1" destOrd="0" presId="urn:microsoft.com/office/officeart/2018/2/layout/IconLabelDescriptionList"/>
    <dgm:cxn modelId="{244A4877-AA7F-48DD-96B3-974159D85C33}" type="presParOf" srcId="{33400CA0-2E9F-466B-93D0-27E0C08403A7}" destId="{EA00490D-DDF7-476D-BC91-F1BED5C58A02}" srcOrd="2" destOrd="0" presId="urn:microsoft.com/office/officeart/2018/2/layout/IconLabelDescriptionList"/>
    <dgm:cxn modelId="{23FC1905-6410-43CE-9E6D-0ED2EFCFD9CA}" type="presParOf" srcId="{33400CA0-2E9F-466B-93D0-27E0C08403A7}" destId="{28E0F052-16CE-485A-BEBD-CF10AAF3F1F0}" srcOrd="3" destOrd="0" presId="urn:microsoft.com/office/officeart/2018/2/layout/IconLabelDescriptionList"/>
    <dgm:cxn modelId="{F05DF877-99F8-41BF-A257-0EF6A0013465}" type="presParOf" srcId="{33400CA0-2E9F-466B-93D0-27E0C08403A7}" destId="{20DB4837-A8C5-41F0-AEAA-C3F463C22105}" srcOrd="4" destOrd="0" presId="urn:microsoft.com/office/officeart/2018/2/layout/IconLabelDescriptionList"/>
    <dgm:cxn modelId="{64E2912E-20C3-45AD-B179-B75859A8909A}" type="presParOf" srcId="{8752FCF7-D3E8-49B6-95CF-706268AFE4EF}" destId="{45A2EF6E-5DB9-465B-8998-6DB3A7149217}" srcOrd="1" destOrd="0" presId="urn:microsoft.com/office/officeart/2018/2/layout/IconLabelDescriptionList"/>
    <dgm:cxn modelId="{F1101F9F-E41B-4D8F-AC03-F41921D1541E}" type="presParOf" srcId="{8752FCF7-D3E8-49B6-95CF-706268AFE4EF}" destId="{F158CFFE-35E3-4E56-A00D-992AEFCB8E56}" srcOrd="2" destOrd="0" presId="urn:microsoft.com/office/officeart/2018/2/layout/IconLabelDescriptionList"/>
    <dgm:cxn modelId="{C117A2FA-A2A2-4D47-9755-2A7F6C123E2C}" type="presParOf" srcId="{F158CFFE-35E3-4E56-A00D-992AEFCB8E56}" destId="{484B10B0-F9A2-426D-90B6-276694C3E4C8}" srcOrd="0" destOrd="0" presId="urn:microsoft.com/office/officeart/2018/2/layout/IconLabelDescriptionList"/>
    <dgm:cxn modelId="{6B8C94A6-1E7B-415D-A63F-A26496D5E7B3}" type="presParOf" srcId="{F158CFFE-35E3-4E56-A00D-992AEFCB8E56}" destId="{082419F8-FC0B-4C0C-BECA-BD2D0CAF338D}" srcOrd="1" destOrd="0" presId="urn:microsoft.com/office/officeart/2018/2/layout/IconLabelDescriptionList"/>
    <dgm:cxn modelId="{732916D2-34D4-4DA0-9B9F-96A68B0B0AD3}" type="presParOf" srcId="{F158CFFE-35E3-4E56-A00D-992AEFCB8E56}" destId="{6DCF8FD2-8888-4CC4-9C2B-3BE34E029D86}" srcOrd="2" destOrd="0" presId="urn:microsoft.com/office/officeart/2018/2/layout/IconLabelDescriptionList"/>
    <dgm:cxn modelId="{5DDDF815-CDCA-49B8-92C2-72DF95F31E87}" type="presParOf" srcId="{F158CFFE-35E3-4E56-A00D-992AEFCB8E56}" destId="{8F8AADD7-6EAA-4C67-BDE2-5A8CD52AF9D1}" srcOrd="3" destOrd="0" presId="urn:microsoft.com/office/officeart/2018/2/layout/IconLabelDescriptionList"/>
    <dgm:cxn modelId="{0D150B32-02BB-4ED8-B6B5-FB0C5D703951}" type="presParOf" srcId="{F158CFFE-35E3-4E56-A00D-992AEFCB8E56}" destId="{BDE8C3D6-D298-4015-97FE-D327A3073C43}"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0472F51C-D05B-46BC-82E7-DE9DEB9D0258}" type="doc">
      <dgm:prSet loTypeId="urn:microsoft.com/office/officeart/2018/2/layout/IconLabelDescriptionList" loCatId="icon" qsTypeId="urn:microsoft.com/office/officeart/2005/8/quickstyle/simple1" qsCatId="simple" csTypeId="urn:microsoft.com/office/officeart/2005/8/colors/accent1_2" csCatId="accent1" phldr="1"/>
      <dgm:spPr/>
      <dgm:t>
        <a:bodyPr/>
        <a:lstStyle/>
        <a:p>
          <a:endParaRPr lang="en-US"/>
        </a:p>
      </dgm:t>
    </dgm:pt>
    <dgm:pt modelId="{2782A790-4A34-4DDC-82EE-21561676AD76}">
      <dgm:prSet/>
      <dgm:spPr/>
      <dgm:t>
        <a:bodyPr/>
        <a:lstStyle/>
        <a:p>
          <a:pPr>
            <a:lnSpc>
              <a:spcPct val="100000"/>
            </a:lnSpc>
            <a:defRPr b="1"/>
          </a:pPr>
          <a:r>
            <a:rPr lang="en-US" b="1" dirty="0"/>
            <a:t>Advantages:</a:t>
          </a:r>
          <a:endParaRPr lang="en-US" dirty="0"/>
        </a:p>
      </dgm:t>
    </dgm:pt>
    <dgm:pt modelId="{17B2917D-365C-4F30-8ADF-0C9F631187A5}" type="parTrans" cxnId="{A5B86F05-31AC-4C7D-8811-217042219719}">
      <dgm:prSet/>
      <dgm:spPr/>
      <dgm:t>
        <a:bodyPr/>
        <a:lstStyle/>
        <a:p>
          <a:endParaRPr lang="en-US"/>
        </a:p>
      </dgm:t>
    </dgm:pt>
    <dgm:pt modelId="{5B37158F-456D-438A-9D22-81F50D000C59}" type="sibTrans" cxnId="{A5B86F05-31AC-4C7D-8811-217042219719}">
      <dgm:prSet/>
      <dgm:spPr/>
      <dgm:t>
        <a:bodyPr/>
        <a:lstStyle/>
        <a:p>
          <a:endParaRPr lang="en-US"/>
        </a:p>
      </dgm:t>
    </dgm:pt>
    <dgm:pt modelId="{072EC34A-4331-4DB8-A596-5FAB85CD7ADB}">
      <dgm:prSet/>
      <dgm:spPr/>
      <dgm:t>
        <a:bodyPr/>
        <a:lstStyle/>
        <a:p>
          <a:pPr>
            <a:lnSpc>
              <a:spcPct val="100000"/>
            </a:lnSpc>
          </a:pPr>
          <a:r>
            <a:rPr lang="en-US"/>
            <a:t>Highly customizable for complex data visualization.</a:t>
          </a:r>
          <a:endParaRPr lang="en-US" dirty="0"/>
        </a:p>
      </dgm:t>
    </dgm:pt>
    <dgm:pt modelId="{E3BD81E8-02A2-4483-AD76-37C13E330D98}" type="parTrans" cxnId="{EF877EAC-885D-4922-B5B9-8597EEE62932}">
      <dgm:prSet/>
      <dgm:spPr/>
      <dgm:t>
        <a:bodyPr/>
        <a:lstStyle/>
        <a:p>
          <a:endParaRPr lang="en-US"/>
        </a:p>
      </dgm:t>
    </dgm:pt>
    <dgm:pt modelId="{A64C2F84-3BFE-4990-AA5D-8A33639453E2}" type="sibTrans" cxnId="{EF877EAC-885D-4922-B5B9-8597EEE62932}">
      <dgm:prSet/>
      <dgm:spPr/>
      <dgm:t>
        <a:bodyPr/>
        <a:lstStyle/>
        <a:p>
          <a:endParaRPr lang="en-US"/>
        </a:p>
      </dgm:t>
    </dgm:pt>
    <dgm:pt modelId="{440B4791-76AF-4969-8459-8FE61254E1FE}">
      <dgm:prSet/>
      <dgm:spPr/>
      <dgm:t>
        <a:bodyPr/>
        <a:lstStyle/>
        <a:p>
          <a:pPr>
            <a:lnSpc>
              <a:spcPct val="100000"/>
            </a:lnSpc>
          </a:pPr>
          <a:endParaRPr lang="en-US" dirty="0"/>
        </a:p>
      </dgm:t>
    </dgm:pt>
    <dgm:pt modelId="{86E372C1-1E2F-45EA-A46C-82A721288AAC}" type="parTrans" cxnId="{8C6BCC6F-5981-4DE1-B7D9-829D570760BE}">
      <dgm:prSet/>
      <dgm:spPr/>
      <dgm:t>
        <a:bodyPr/>
        <a:lstStyle/>
        <a:p>
          <a:endParaRPr lang="en-US"/>
        </a:p>
      </dgm:t>
    </dgm:pt>
    <dgm:pt modelId="{607D458C-27EC-41D6-AF25-0109289DA11E}" type="sibTrans" cxnId="{8C6BCC6F-5981-4DE1-B7D9-829D570760BE}">
      <dgm:prSet/>
      <dgm:spPr/>
      <dgm:t>
        <a:bodyPr/>
        <a:lstStyle/>
        <a:p>
          <a:endParaRPr lang="en-US"/>
        </a:p>
      </dgm:t>
    </dgm:pt>
    <dgm:pt modelId="{F29889C0-6E7A-4CBE-A587-A91A3A839660}">
      <dgm:prSet/>
      <dgm:spPr/>
      <dgm:t>
        <a:bodyPr/>
        <a:lstStyle/>
        <a:p>
          <a:pPr>
            <a:lnSpc>
              <a:spcPct val="100000"/>
            </a:lnSpc>
            <a:defRPr b="1"/>
          </a:pPr>
          <a:r>
            <a:rPr lang="en-US" b="1"/>
            <a:t>Disadvantages:</a:t>
          </a:r>
          <a:endParaRPr lang="en-US"/>
        </a:p>
      </dgm:t>
    </dgm:pt>
    <dgm:pt modelId="{89B91EFC-962D-40F3-BC58-F41B2462F5AF}" type="parTrans" cxnId="{EC730DB4-4556-4E45-B5B1-EB1310D906B0}">
      <dgm:prSet/>
      <dgm:spPr/>
      <dgm:t>
        <a:bodyPr/>
        <a:lstStyle/>
        <a:p>
          <a:endParaRPr lang="en-US"/>
        </a:p>
      </dgm:t>
    </dgm:pt>
    <dgm:pt modelId="{4D4D4DDF-C281-4B12-96B8-652B112FC397}" type="sibTrans" cxnId="{EC730DB4-4556-4E45-B5B1-EB1310D906B0}">
      <dgm:prSet/>
      <dgm:spPr/>
      <dgm:t>
        <a:bodyPr/>
        <a:lstStyle/>
        <a:p>
          <a:endParaRPr lang="en-US"/>
        </a:p>
      </dgm:t>
    </dgm:pt>
    <dgm:pt modelId="{4D038937-E37D-4553-B1C2-805F3B6FA976}">
      <dgm:prSet/>
      <dgm:spPr/>
      <dgm:t>
        <a:bodyPr/>
        <a:lstStyle/>
        <a:p>
          <a:pPr>
            <a:lnSpc>
              <a:spcPct val="100000"/>
            </a:lnSpc>
          </a:pPr>
          <a:r>
            <a:rPr lang="en-IN"/>
            <a:t>Requires programming knowledge (Python).</a:t>
          </a:r>
          <a:endParaRPr lang="en-US" dirty="0"/>
        </a:p>
      </dgm:t>
    </dgm:pt>
    <dgm:pt modelId="{8139F35C-5140-4F13-B67D-0B5B5E5EC296}" type="parTrans" cxnId="{DE0074DE-0B79-4BCD-A80E-2D9594E2A83F}">
      <dgm:prSet/>
      <dgm:spPr/>
      <dgm:t>
        <a:bodyPr/>
        <a:lstStyle/>
        <a:p>
          <a:endParaRPr lang="en-US"/>
        </a:p>
      </dgm:t>
    </dgm:pt>
    <dgm:pt modelId="{2A7CFEAA-7416-4C9D-98D8-06BF9D23F7EA}" type="sibTrans" cxnId="{DE0074DE-0B79-4BCD-A80E-2D9594E2A83F}">
      <dgm:prSet/>
      <dgm:spPr/>
      <dgm:t>
        <a:bodyPr/>
        <a:lstStyle/>
        <a:p>
          <a:endParaRPr lang="en-US"/>
        </a:p>
      </dgm:t>
    </dgm:pt>
    <dgm:pt modelId="{41584756-F6AD-41ED-BF31-783167682171}">
      <dgm:prSet/>
      <dgm:spPr/>
      <dgm:t>
        <a:bodyPr/>
        <a:lstStyle/>
        <a:p>
          <a:pPr>
            <a:lnSpc>
              <a:spcPct val="100000"/>
            </a:lnSpc>
          </a:pPr>
          <a:r>
            <a:rPr lang="en-IN"/>
            <a:t>Open-source and free.</a:t>
          </a:r>
        </a:p>
      </dgm:t>
    </dgm:pt>
    <dgm:pt modelId="{466C1327-066F-4285-9AF2-5C772129EE2F}" type="parTrans" cxnId="{DDB47C20-EBFC-45B6-BE1F-38CE25C5A227}">
      <dgm:prSet/>
      <dgm:spPr/>
      <dgm:t>
        <a:bodyPr/>
        <a:lstStyle/>
        <a:p>
          <a:endParaRPr lang="en-IN"/>
        </a:p>
      </dgm:t>
    </dgm:pt>
    <dgm:pt modelId="{3E9C60AF-99CC-411F-8569-004F8BA6E856}" type="sibTrans" cxnId="{DDB47C20-EBFC-45B6-BE1F-38CE25C5A227}">
      <dgm:prSet/>
      <dgm:spPr/>
      <dgm:t>
        <a:bodyPr/>
        <a:lstStyle/>
        <a:p>
          <a:endParaRPr lang="en-IN"/>
        </a:p>
      </dgm:t>
    </dgm:pt>
    <dgm:pt modelId="{2EF576FD-D952-4AA2-935E-6D60D9E6A2D9}">
      <dgm:prSet/>
      <dgm:spPr/>
      <dgm:t>
        <a:bodyPr/>
        <a:lstStyle/>
        <a:p>
          <a:pPr>
            <a:lnSpc>
              <a:spcPct val="100000"/>
            </a:lnSpc>
          </a:pPr>
          <a:r>
            <a:rPr lang="en-US"/>
            <a:t>Supports interactive and static visualizations.</a:t>
          </a:r>
        </a:p>
      </dgm:t>
    </dgm:pt>
    <dgm:pt modelId="{0ACD1009-8AAD-4060-93B5-40B73A1D1372}" type="parTrans" cxnId="{D4C17F7A-C8D9-4674-8198-13DF3609C1C6}">
      <dgm:prSet/>
      <dgm:spPr/>
      <dgm:t>
        <a:bodyPr/>
        <a:lstStyle/>
        <a:p>
          <a:endParaRPr lang="en-IN"/>
        </a:p>
      </dgm:t>
    </dgm:pt>
    <dgm:pt modelId="{6B91CCA6-496E-47F7-B681-45888B7E7BF0}" type="sibTrans" cxnId="{D4C17F7A-C8D9-4674-8198-13DF3609C1C6}">
      <dgm:prSet/>
      <dgm:spPr/>
      <dgm:t>
        <a:bodyPr/>
        <a:lstStyle/>
        <a:p>
          <a:endParaRPr lang="en-IN"/>
        </a:p>
      </dgm:t>
    </dgm:pt>
    <dgm:pt modelId="{0FD03DC5-3C29-4D3C-9191-3D61368542CA}">
      <dgm:prSet/>
      <dgm:spPr/>
      <dgm:t>
        <a:bodyPr/>
        <a:lstStyle/>
        <a:p>
          <a:pPr>
            <a:lnSpc>
              <a:spcPct val="100000"/>
            </a:lnSpc>
          </a:pPr>
          <a:r>
            <a:rPr lang="en-US" dirty="0"/>
            <a:t>Suitable for advanced analytics and machine learning.</a:t>
          </a:r>
        </a:p>
      </dgm:t>
    </dgm:pt>
    <dgm:pt modelId="{0925CD68-0B56-4663-A8D2-DC56352A0F4C}" type="parTrans" cxnId="{317C81E7-EE0E-4EBF-A87D-CB212F3F2B51}">
      <dgm:prSet/>
      <dgm:spPr/>
      <dgm:t>
        <a:bodyPr/>
        <a:lstStyle/>
        <a:p>
          <a:endParaRPr lang="en-IN"/>
        </a:p>
      </dgm:t>
    </dgm:pt>
    <dgm:pt modelId="{13608D7F-F06B-4C5D-8004-D0FD7FA15E1C}" type="sibTrans" cxnId="{317C81E7-EE0E-4EBF-A87D-CB212F3F2B51}">
      <dgm:prSet/>
      <dgm:spPr/>
      <dgm:t>
        <a:bodyPr/>
        <a:lstStyle/>
        <a:p>
          <a:endParaRPr lang="en-IN"/>
        </a:p>
      </dgm:t>
    </dgm:pt>
    <dgm:pt modelId="{021510BC-404F-4736-B0E5-9948E5C1974C}">
      <dgm:prSet/>
      <dgm:spPr/>
      <dgm:t>
        <a:bodyPr/>
        <a:lstStyle/>
        <a:p>
          <a:pPr>
            <a:lnSpc>
              <a:spcPct val="100000"/>
            </a:lnSpc>
          </a:pPr>
          <a:r>
            <a:rPr lang="en-IN"/>
            <a:t>No built-in drag-and-drop functionality.</a:t>
          </a:r>
        </a:p>
      </dgm:t>
    </dgm:pt>
    <dgm:pt modelId="{58636A60-CF23-429D-AD8D-FD1E36BFEE2D}" type="parTrans" cxnId="{E11F8296-2B91-42D6-B29B-C41419737EF4}">
      <dgm:prSet/>
      <dgm:spPr/>
      <dgm:t>
        <a:bodyPr/>
        <a:lstStyle/>
        <a:p>
          <a:endParaRPr lang="en-IN"/>
        </a:p>
      </dgm:t>
    </dgm:pt>
    <dgm:pt modelId="{D4E82975-D7AE-4EE5-ACEC-1027528FA9B8}" type="sibTrans" cxnId="{E11F8296-2B91-42D6-B29B-C41419737EF4}">
      <dgm:prSet/>
      <dgm:spPr/>
      <dgm:t>
        <a:bodyPr/>
        <a:lstStyle/>
        <a:p>
          <a:endParaRPr lang="en-IN"/>
        </a:p>
      </dgm:t>
    </dgm:pt>
    <dgm:pt modelId="{844B81FA-2C37-4272-AC68-A4C2505F62FB}">
      <dgm:prSet/>
      <dgm:spPr/>
      <dgm:t>
        <a:bodyPr/>
        <a:lstStyle/>
        <a:p>
          <a:pPr>
            <a:lnSpc>
              <a:spcPct val="100000"/>
            </a:lnSpc>
          </a:pPr>
          <a:r>
            <a:rPr lang="en-US"/>
            <a:t>Not as user-friendly as BI tools.</a:t>
          </a:r>
        </a:p>
      </dgm:t>
    </dgm:pt>
    <dgm:pt modelId="{31D903CF-773B-4F8C-ADC5-91BA77AEA11A}" type="parTrans" cxnId="{C0E80BD7-2CAC-4B2E-B885-06374C0326D7}">
      <dgm:prSet/>
      <dgm:spPr/>
      <dgm:t>
        <a:bodyPr/>
        <a:lstStyle/>
        <a:p>
          <a:endParaRPr lang="en-IN"/>
        </a:p>
      </dgm:t>
    </dgm:pt>
    <dgm:pt modelId="{B7AE7230-617E-4EB8-976E-E1A7F8CC257D}" type="sibTrans" cxnId="{C0E80BD7-2CAC-4B2E-B885-06374C0326D7}">
      <dgm:prSet/>
      <dgm:spPr/>
      <dgm:t>
        <a:bodyPr/>
        <a:lstStyle/>
        <a:p>
          <a:endParaRPr lang="en-IN"/>
        </a:p>
      </dgm:t>
    </dgm:pt>
    <dgm:pt modelId="{3BA3D2A4-D36E-4D98-A9E3-C5B7A8F59166}">
      <dgm:prSet/>
      <dgm:spPr/>
      <dgm:t>
        <a:bodyPr/>
        <a:lstStyle/>
        <a:p>
          <a:pPr>
            <a:lnSpc>
              <a:spcPct val="100000"/>
            </a:lnSpc>
          </a:pPr>
          <a:r>
            <a:rPr lang="en-US" dirty="0"/>
            <a:t>Requires additional libraries for dashboarding (e.g., Dash for </a:t>
          </a:r>
          <a:r>
            <a:rPr lang="en-US" dirty="0" err="1"/>
            <a:t>Plotly</a:t>
          </a:r>
          <a:r>
            <a:rPr lang="en-US" dirty="0"/>
            <a:t>).</a:t>
          </a:r>
        </a:p>
      </dgm:t>
    </dgm:pt>
    <dgm:pt modelId="{9B62861B-671E-467A-8166-C38370D12DDB}" type="parTrans" cxnId="{8296ECF8-3F8F-461D-B1C4-F5B864C25183}">
      <dgm:prSet/>
      <dgm:spPr/>
      <dgm:t>
        <a:bodyPr/>
        <a:lstStyle/>
        <a:p>
          <a:endParaRPr lang="en-IN"/>
        </a:p>
      </dgm:t>
    </dgm:pt>
    <dgm:pt modelId="{1C110631-3DD5-4042-9CB1-134D7110A1B3}" type="sibTrans" cxnId="{8296ECF8-3F8F-461D-B1C4-F5B864C25183}">
      <dgm:prSet/>
      <dgm:spPr/>
      <dgm:t>
        <a:bodyPr/>
        <a:lstStyle/>
        <a:p>
          <a:endParaRPr lang="en-IN"/>
        </a:p>
      </dgm:t>
    </dgm:pt>
    <dgm:pt modelId="{8752FCF7-D3E8-49B6-95CF-706268AFE4EF}" type="pres">
      <dgm:prSet presAssocID="{0472F51C-D05B-46BC-82E7-DE9DEB9D0258}" presName="root" presStyleCnt="0">
        <dgm:presLayoutVars>
          <dgm:dir/>
          <dgm:resizeHandles val="exact"/>
        </dgm:presLayoutVars>
      </dgm:prSet>
      <dgm:spPr/>
    </dgm:pt>
    <dgm:pt modelId="{33400CA0-2E9F-466B-93D0-27E0C08403A7}" type="pres">
      <dgm:prSet presAssocID="{2782A790-4A34-4DDC-82EE-21561676AD76}" presName="compNode" presStyleCnt="0"/>
      <dgm:spPr/>
    </dgm:pt>
    <dgm:pt modelId="{11367E86-8F6E-425A-9710-F57DDB283B61}" type="pres">
      <dgm:prSet presAssocID="{2782A790-4A34-4DDC-82EE-21561676AD76}" presName="iconRect" presStyleLbl="node1" presStyleIdx="0" presStyleCnt="2" custLinFactNeighborX="-33439"/>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yncing Cloud"/>
        </a:ext>
      </dgm:extLst>
    </dgm:pt>
    <dgm:pt modelId="{C49168AC-5532-4DDA-B8B2-49510CBA43BF}" type="pres">
      <dgm:prSet presAssocID="{2782A790-4A34-4DDC-82EE-21561676AD76}" presName="iconSpace" presStyleCnt="0"/>
      <dgm:spPr/>
    </dgm:pt>
    <dgm:pt modelId="{EA00490D-DDF7-476D-BC91-F1BED5C58A02}" type="pres">
      <dgm:prSet presAssocID="{2782A790-4A34-4DDC-82EE-21561676AD76}" presName="parTx" presStyleLbl="revTx" presStyleIdx="0" presStyleCnt="4" custLinFactNeighborX="-11703">
        <dgm:presLayoutVars>
          <dgm:chMax val="0"/>
          <dgm:chPref val="0"/>
        </dgm:presLayoutVars>
      </dgm:prSet>
      <dgm:spPr/>
    </dgm:pt>
    <dgm:pt modelId="{28E0F052-16CE-485A-BEBD-CF10AAF3F1F0}" type="pres">
      <dgm:prSet presAssocID="{2782A790-4A34-4DDC-82EE-21561676AD76}" presName="txSpace" presStyleCnt="0"/>
      <dgm:spPr/>
    </dgm:pt>
    <dgm:pt modelId="{20DB4837-A8C5-41F0-AEAA-C3F463C22105}" type="pres">
      <dgm:prSet presAssocID="{2782A790-4A34-4DDC-82EE-21561676AD76}" presName="desTx" presStyleLbl="revTx" presStyleIdx="1" presStyleCnt="4" custLinFactNeighborX="-11703">
        <dgm:presLayoutVars/>
      </dgm:prSet>
      <dgm:spPr/>
    </dgm:pt>
    <dgm:pt modelId="{45A2EF6E-5DB9-465B-8998-6DB3A7149217}" type="pres">
      <dgm:prSet presAssocID="{5B37158F-456D-438A-9D22-81F50D000C59}" presName="sibTrans" presStyleCnt="0"/>
      <dgm:spPr/>
    </dgm:pt>
    <dgm:pt modelId="{F158CFFE-35E3-4E56-A00D-992AEFCB8E56}" type="pres">
      <dgm:prSet presAssocID="{F29889C0-6E7A-4CBE-A587-A91A3A839660}" presName="compNode" presStyleCnt="0"/>
      <dgm:spPr/>
    </dgm:pt>
    <dgm:pt modelId="{484B10B0-F9A2-426D-90B6-276694C3E4C8}" type="pres">
      <dgm:prSet presAssocID="{F29889C0-6E7A-4CBE-A587-A91A3A839660}"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Windmill"/>
        </a:ext>
      </dgm:extLst>
    </dgm:pt>
    <dgm:pt modelId="{082419F8-FC0B-4C0C-BECA-BD2D0CAF338D}" type="pres">
      <dgm:prSet presAssocID="{F29889C0-6E7A-4CBE-A587-A91A3A839660}" presName="iconSpace" presStyleCnt="0"/>
      <dgm:spPr/>
    </dgm:pt>
    <dgm:pt modelId="{6DCF8FD2-8888-4CC4-9C2B-3BE34E029D86}" type="pres">
      <dgm:prSet presAssocID="{F29889C0-6E7A-4CBE-A587-A91A3A839660}" presName="parTx" presStyleLbl="revTx" presStyleIdx="2" presStyleCnt="4">
        <dgm:presLayoutVars>
          <dgm:chMax val="0"/>
          <dgm:chPref val="0"/>
        </dgm:presLayoutVars>
      </dgm:prSet>
      <dgm:spPr/>
    </dgm:pt>
    <dgm:pt modelId="{8F8AADD7-6EAA-4C67-BDE2-5A8CD52AF9D1}" type="pres">
      <dgm:prSet presAssocID="{F29889C0-6E7A-4CBE-A587-A91A3A839660}" presName="txSpace" presStyleCnt="0"/>
      <dgm:spPr/>
    </dgm:pt>
    <dgm:pt modelId="{BDE8C3D6-D298-4015-97FE-D327A3073C43}" type="pres">
      <dgm:prSet presAssocID="{F29889C0-6E7A-4CBE-A587-A91A3A839660}" presName="desTx" presStyleLbl="revTx" presStyleIdx="3" presStyleCnt="4">
        <dgm:presLayoutVars/>
      </dgm:prSet>
      <dgm:spPr/>
    </dgm:pt>
  </dgm:ptLst>
  <dgm:cxnLst>
    <dgm:cxn modelId="{174E5F00-99A6-48CB-9BD3-2BDCADF03A79}" type="presOf" srcId="{844B81FA-2C37-4272-AC68-A4C2505F62FB}" destId="{BDE8C3D6-D298-4015-97FE-D327A3073C43}" srcOrd="0" destOrd="2" presId="urn:microsoft.com/office/officeart/2018/2/layout/IconLabelDescriptionList"/>
    <dgm:cxn modelId="{A5B86F05-31AC-4C7D-8811-217042219719}" srcId="{0472F51C-D05B-46BC-82E7-DE9DEB9D0258}" destId="{2782A790-4A34-4DDC-82EE-21561676AD76}" srcOrd="0" destOrd="0" parTransId="{17B2917D-365C-4F30-8ADF-0C9F631187A5}" sibTransId="{5B37158F-456D-438A-9D22-81F50D000C59}"/>
    <dgm:cxn modelId="{36315C09-3D33-419E-A1A6-6F799E2598C1}" type="presOf" srcId="{021510BC-404F-4736-B0E5-9948E5C1974C}" destId="{BDE8C3D6-D298-4015-97FE-D327A3073C43}" srcOrd="0" destOrd="1" presId="urn:microsoft.com/office/officeart/2018/2/layout/IconLabelDescriptionList"/>
    <dgm:cxn modelId="{8E09C71E-6F6F-4DC2-82A4-261C3EB571A8}" type="presOf" srcId="{440B4791-76AF-4969-8459-8FE61254E1FE}" destId="{20DB4837-A8C5-41F0-AEAA-C3F463C22105}" srcOrd="0" destOrd="4" presId="urn:microsoft.com/office/officeart/2018/2/layout/IconLabelDescriptionList"/>
    <dgm:cxn modelId="{DDB47C20-EBFC-45B6-BE1F-38CE25C5A227}" srcId="{2782A790-4A34-4DDC-82EE-21561676AD76}" destId="{41584756-F6AD-41ED-BF31-783167682171}" srcOrd="1" destOrd="0" parTransId="{466C1327-066F-4285-9AF2-5C772129EE2F}" sibTransId="{3E9C60AF-99CC-411F-8569-004F8BA6E856}"/>
    <dgm:cxn modelId="{D3ADC23A-51E2-4E1F-A2E9-18923A0223F0}" type="presOf" srcId="{3BA3D2A4-D36E-4D98-A9E3-C5B7A8F59166}" destId="{BDE8C3D6-D298-4015-97FE-D327A3073C43}" srcOrd="0" destOrd="3" presId="urn:microsoft.com/office/officeart/2018/2/layout/IconLabelDescriptionList"/>
    <dgm:cxn modelId="{2E747F5D-FE60-455D-87BF-07E3C741DD63}" type="presOf" srcId="{0FD03DC5-3C29-4D3C-9191-3D61368542CA}" destId="{20DB4837-A8C5-41F0-AEAA-C3F463C22105}" srcOrd="0" destOrd="3" presId="urn:microsoft.com/office/officeart/2018/2/layout/IconLabelDescriptionList"/>
    <dgm:cxn modelId="{8C6BCC6F-5981-4DE1-B7D9-829D570760BE}" srcId="{2782A790-4A34-4DDC-82EE-21561676AD76}" destId="{440B4791-76AF-4969-8459-8FE61254E1FE}" srcOrd="4" destOrd="0" parTransId="{86E372C1-1E2F-45EA-A46C-82A721288AAC}" sibTransId="{607D458C-27EC-41D6-AF25-0109289DA11E}"/>
    <dgm:cxn modelId="{D4C17F7A-C8D9-4674-8198-13DF3609C1C6}" srcId="{2782A790-4A34-4DDC-82EE-21561676AD76}" destId="{2EF576FD-D952-4AA2-935E-6D60D9E6A2D9}" srcOrd="2" destOrd="0" parTransId="{0ACD1009-8AAD-4060-93B5-40B73A1D1372}" sibTransId="{6B91CCA6-496E-47F7-B681-45888B7E7BF0}"/>
    <dgm:cxn modelId="{8EF5D184-F763-44F4-9345-C001C562E22E}" type="presOf" srcId="{072EC34A-4331-4DB8-A596-5FAB85CD7ADB}" destId="{20DB4837-A8C5-41F0-AEAA-C3F463C22105}" srcOrd="0" destOrd="0" presId="urn:microsoft.com/office/officeart/2018/2/layout/IconLabelDescriptionList"/>
    <dgm:cxn modelId="{E11F8296-2B91-42D6-B29B-C41419737EF4}" srcId="{F29889C0-6E7A-4CBE-A587-A91A3A839660}" destId="{021510BC-404F-4736-B0E5-9948E5C1974C}" srcOrd="1" destOrd="0" parTransId="{58636A60-CF23-429D-AD8D-FD1E36BFEE2D}" sibTransId="{D4E82975-D7AE-4EE5-ACEC-1027528FA9B8}"/>
    <dgm:cxn modelId="{6D356897-74E0-4C18-86CA-45D23E5A3C0C}" type="presOf" srcId="{4D038937-E37D-4553-B1C2-805F3B6FA976}" destId="{BDE8C3D6-D298-4015-97FE-D327A3073C43}" srcOrd="0" destOrd="0" presId="urn:microsoft.com/office/officeart/2018/2/layout/IconLabelDescriptionList"/>
    <dgm:cxn modelId="{85C7C8A6-7C76-4740-9999-B194CE535DB8}" type="presOf" srcId="{0472F51C-D05B-46BC-82E7-DE9DEB9D0258}" destId="{8752FCF7-D3E8-49B6-95CF-706268AFE4EF}" srcOrd="0" destOrd="0" presId="urn:microsoft.com/office/officeart/2018/2/layout/IconLabelDescriptionList"/>
    <dgm:cxn modelId="{EF877EAC-885D-4922-B5B9-8597EEE62932}" srcId="{2782A790-4A34-4DDC-82EE-21561676AD76}" destId="{072EC34A-4331-4DB8-A596-5FAB85CD7ADB}" srcOrd="0" destOrd="0" parTransId="{E3BD81E8-02A2-4483-AD76-37C13E330D98}" sibTransId="{A64C2F84-3BFE-4990-AA5D-8A33639453E2}"/>
    <dgm:cxn modelId="{EC730DB4-4556-4E45-B5B1-EB1310D906B0}" srcId="{0472F51C-D05B-46BC-82E7-DE9DEB9D0258}" destId="{F29889C0-6E7A-4CBE-A587-A91A3A839660}" srcOrd="1" destOrd="0" parTransId="{89B91EFC-962D-40F3-BC58-F41B2462F5AF}" sibTransId="{4D4D4DDF-C281-4B12-96B8-652B112FC397}"/>
    <dgm:cxn modelId="{C0E80BD7-2CAC-4B2E-B885-06374C0326D7}" srcId="{F29889C0-6E7A-4CBE-A587-A91A3A839660}" destId="{844B81FA-2C37-4272-AC68-A4C2505F62FB}" srcOrd="2" destOrd="0" parTransId="{31D903CF-773B-4F8C-ADC5-91BA77AEA11A}" sibTransId="{B7AE7230-617E-4EB8-976E-E1A7F8CC257D}"/>
    <dgm:cxn modelId="{061EBAD7-EEA0-4ECD-B63D-DCE8E9F7A391}" type="presOf" srcId="{F29889C0-6E7A-4CBE-A587-A91A3A839660}" destId="{6DCF8FD2-8888-4CC4-9C2B-3BE34E029D86}" srcOrd="0" destOrd="0" presId="urn:microsoft.com/office/officeart/2018/2/layout/IconLabelDescriptionList"/>
    <dgm:cxn modelId="{DE0074DE-0B79-4BCD-A80E-2D9594E2A83F}" srcId="{F29889C0-6E7A-4CBE-A587-A91A3A839660}" destId="{4D038937-E37D-4553-B1C2-805F3B6FA976}" srcOrd="0" destOrd="0" parTransId="{8139F35C-5140-4F13-B67D-0B5B5E5EC296}" sibTransId="{2A7CFEAA-7416-4C9D-98D8-06BF9D23F7EA}"/>
    <dgm:cxn modelId="{A90633E0-48CF-4A17-9FFB-648A568F8FD8}" type="presOf" srcId="{2782A790-4A34-4DDC-82EE-21561676AD76}" destId="{EA00490D-DDF7-476D-BC91-F1BED5C58A02}" srcOrd="0" destOrd="0" presId="urn:microsoft.com/office/officeart/2018/2/layout/IconLabelDescriptionList"/>
    <dgm:cxn modelId="{857D38E6-A1C2-455F-85B9-AC522EA94C0C}" type="presOf" srcId="{2EF576FD-D952-4AA2-935E-6D60D9E6A2D9}" destId="{20DB4837-A8C5-41F0-AEAA-C3F463C22105}" srcOrd="0" destOrd="2" presId="urn:microsoft.com/office/officeart/2018/2/layout/IconLabelDescriptionList"/>
    <dgm:cxn modelId="{317C81E7-EE0E-4EBF-A87D-CB212F3F2B51}" srcId="{2782A790-4A34-4DDC-82EE-21561676AD76}" destId="{0FD03DC5-3C29-4D3C-9191-3D61368542CA}" srcOrd="3" destOrd="0" parTransId="{0925CD68-0B56-4663-A8D2-DC56352A0F4C}" sibTransId="{13608D7F-F06B-4C5D-8004-D0FD7FA15E1C}"/>
    <dgm:cxn modelId="{8074AAF1-F9F6-4DF3-97EE-6F74AF81F1B2}" type="presOf" srcId="{41584756-F6AD-41ED-BF31-783167682171}" destId="{20DB4837-A8C5-41F0-AEAA-C3F463C22105}" srcOrd="0" destOrd="1" presId="urn:microsoft.com/office/officeart/2018/2/layout/IconLabelDescriptionList"/>
    <dgm:cxn modelId="{8296ECF8-3F8F-461D-B1C4-F5B864C25183}" srcId="{F29889C0-6E7A-4CBE-A587-A91A3A839660}" destId="{3BA3D2A4-D36E-4D98-A9E3-C5B7A8F59166}" srcOrd="3" destOrd="0" parTransId="{9B62861B-671E-467A-8166-C38370D12DDB}" sibTransId="{1C110631-3DD5-4042-9CB1-134D7110A1B3}"/>
    <dgm:cxn modelId="{7DB36BD1-81B6-4C80-8427-C15424A2D1BE}" type="presParOf" srcId="{8752FCF7-D3E8-49B6-95CF-706268AFE4EF}" destId="{33400CA0-2E9F-466B-93D0-27E0C08403A7}" srcOrd="0" destOrd="0" presId="urn:microsoft.com/office/officeart/2018/2/layout/IconLabelDescriptionList"/>
    <dgm:cxn modelId="{4303B2B8-18EE-4370-A7E1-3C6FBC9EC56E}" type="presParOf" srcId="{33400CA0-2E9F-466B-93D0-27E0C08403A7}" destId="{11367E86-8F6E-425A-9710-F57DDB283B61}" srcOrd="0" destOrd="0" presId="urn:microsoft.com/office/officeart/2018/2/layout/IconLabelDescriptionList"/>
    <dgm:cxn modelId="{2096FBDB-643E-4DE9-ACE9-135614E8207E}" type="presParOf" srcId="{33400CA0-2E9F-466B-93D0-27E0C08403A7}" destId="{C49168AC-5532-4DDA-B8B2-49510CBA43BF}" srcOrd="1" destOrd="0" presId="urn:microsoft.com/office/officeart/2018/2/layout/IconLabelDescriptionList"/>
    <dgm:cxn modelId="{244A4877-AA7F-48DD-96B3-974159D85C33}" type="presParOf" srcId="{33400CA0-2E9F-466B-93D0-27E0C08403A7}" destId="{EA00490D-DDF7-476D-BC91-F1BED5C58A02}" srcOrd="2" destOrd="0" presId="urn:microsoft.com/office/officeart/2018/2/layout/IconLabelDescriptionList"/>
    <dgm:cxn modelId="{23FC1905-6410-43CE-9E6D-0ED2EFCFD9CA}" type="presParOf" srcId="{33400CA0-2E9F-466B-93D0-27E0C08403A7}" destId="{28E0F052-16CE-485A-BEBD-CF10AAF3F1F0}" srcOrd="3" destOrd="0" presId="urn:microsoft.com/office/officeart/2018/2/layout/IconLabelDescriptionList"/>
    <dgm:cxn modelId="{F05DF877-99F8-41BF-A257-0EF6A0013465}" type="presParOf" srcId="{33400CA0-2E9F-466B-93D0-27E0C08403A7}" destId="{20DB4837-A8C5-41F0-AEAA-C3F463C22105}" srcOrd="4" destOrd="0" presId="urn:microsoft.com/office/officeart/2018/2/layout/IconLabelDescriptionList"/>
    <dgm:cxn modelId="{64E2912E-20C3-45AD-B179-B75859A8909A}" type="presParOf" srcId="{8752FCF7-D3E8-49B6-95CF-706268AFE4EF}" destId="{45A2EF6E-5DB9-465B-8998-6DB3A7149217}" srcOrd="1" destOrd="0" presId="urn:microsoft.com/office/officeart/2018/2/layout/IconLabelDescriptionList"/>
    <dgm:cxn modelId="{F1101F9F-E41B-4D8F-AC03-F41921D1541E}" type="presParOf" srcId="{8752FCF7-D3E8-49B6-95CF-706268AFE4EF}" destId="{F158CFFE-35E3-4E56-A00D-992AEFCB8E56}" srcOrd="2" destOrd="0" presId="urn:microsoft.com/office/officeart/2018/2/layout/IconLabelDescriptionList"/>
    <dgm:cxn modelId="{C117A2FA-A2A2-4D47-9755-2A7F6C123E2C}" type="presParOf" srcId="{F158CFFE-35E3-4E56-A00D-992AEFCB8E56}" destId="{484B10B0-F9A2-426D-90B6-276694C3E4C8}" srcOrd="0" destOrd="0" presId="urn:microsoft.com/office/officeart/2018/2/layout/IconLabelDescriptionList"/>
    <dgm:cxn modelId="{6B8C94A6-1E7B-415D-A63F-A26496D5E7B3}" type="presParOf" srcId="{F158CFFE-35E3-4E56-A00D-992AEFCB8E56}" destId="{082419F8-FC0B-4C0C-BECA-BD2D0CAF338D}" srcOrd="1" destOrd="0" presId="urn:microsoft.com/office/officeart/2018/2/layout/IconLabelDescriptionList"/>
    <dgm:cxn modelId="{732916D2-34D4-4DA0-9B9F-96A68B0B0AD3}" type="presParOf" srcId="{F158CFFE-35E3-4E56-A00D-992AEFCB8E56}" destId="{6DCF8FD2-8888-4CC4-9C2B-3BE34E029D86}" srcOrd="2" destOrd="0" presId="urn:microsoft.com/office/officeart/2018/2/layout/IconLabelDescriptionList"/>
    <dgm:cxn modelId="{5DDDF815-CDCA-49B8-92C2-72DF95F31E87}" type="presParOf" srcId="{F158CFFE-35E3-4E56-A00D-992AEFCB8E56}" destId="{8F8AADD7-6EAA-4C67-BDE2-5A8CD52AF9D1}" srcOrd="3" destOrd="0" presId="urn:microsoft.com/office/officeart/2018/2/layout/IconLabelDescriptionList"/>
    <dgm:cxn modelId="{0D150B32-02BB-4ED8-B6B5-FB0C5D703951}" type="presParOf" srcId="{F158CFFE-35E3-4E56-A00D-992AEFCB8E56}" destId="{BDE8C3D6-D298-4015-97FE-D327A3073C43}"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2A349A-F63A-4489-B284-DF228C0B4532}">
      <dsp:nvSpPr>
        <dsp:cNvPr id="0" name=""/>
        <dsp:cNvSpPr/>
      </dsp:nvSpPr>
      <dsp:spPr>
        <a:xfrm>
          <a:off x="465927" y="882796"/>
          <a:ext cx="757792" cy="75779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5B3ED73-6F09-429B-988F-FF783966F2E9}">
      <dsp:nvSpPr>
        <dsp:cNvPr id="0" name=""/>
        <dsp:cNvSpPr/>
      </dsp:nvSpPr>
      <dsp:spPr>
        <a:xfrm>
          <a:off x="2832" y="1893248"/>
          <a:ext cx="1683984" cy="6735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dirty="0"/>
            <a:t>Identifying customer preferences</a:t>
          </a:r>
        </a:p>
      </dsp:txBody>
      <dsp:txXfrm>
        <a:off x="2832" y="1893248"/>
        <a:ext cx="1683984" cy="673593"/>
      </dsp:txXfrm>
    </dsp:sp>
    <dsp:sp modelId="{1CD18BE7-5D55-471B-987B-2664185C2495}">
      <dsp:nvSpPr>
        <dsp:cNvPr id="0" name=""/>
        <dsp:cNvSpPr/>
      </dsp:nvSpPr>
      <dsp:spPr>
        <a:xfrm>
          <a:off x="2444609" y="882796"/>
          <a:ext cx="757792" cy="75779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2589B33-0A32-46C5-9FF7-0F7B5CF6148C}">
      <dsp:nvSpPr>
        <dsp:cNvPr id="0" name=""/>
        <dsp:cNvSpPr/>
      </dsp:nvSpPr>
      <dsp:spPr>
        <a:xfrm>
          <a:off x="1981513" y="1893248"/>
          <a:ext cx="1683984" cy="6735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dirty="0"/>
            <a:t>Improving operational efficiency</a:t>
          </a:r>
        </a:p>
      </dsp:txBody>
      <dsp:txXfrm>
        <a:off x="1981513" y="1893248"/>
        <a:ext cx="1683984" cy="673593"/>
      </dsp:txXfrm>
    </dsp:sp>
    <dsp:sp modelId="{A1CB83BE-4930-4F0E-9E5B-5554FB5AF5E6}">
      <dsp:nvSpPr>
        <dsp:cNvPr id="0" name=""/>
        <dsp:cNvSpPr/>
      </dsp:nvSpPr>
      <dsp:spPr>
        <a:xfrm>
          <a:off x="4423291" y="882796"/>
          <a:ext cx="757792" cy="75779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8BB9B06-927D-4BC6-89C5-D6F1EBE31C1E}">
      <dsp:nvSpPr>
        <dsp:cNvPr id="0" name=""/>
        <dsp:cNvSpPr/>
      </dsp:nvSpPr>
      <dsp:spPr>
        <a:xfrm>
          <a:off x="3960195" y="1893248"/>
          <a:ext cx="1683984" cy="6735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dirty="0"/>
            <a:t>Enhancing marketing strategies</a:t>
          </a:r>
        </a:p>
      </dsp:txBody>
      <dsp:txXfrm>
        <a:off x="3960195" y="1893248"/>
        <a:ext cx="1683984" cy="673593"/>
      </dsp:txXfrm>
    </dsp:sp>
    <dsp:sp modelId="{C8968E51-8CD6-442D-ADEE-DCC2EE2AAB69}">
      <dsp:nvSpPr>
        <dsp:cNvPr id="0" name=""/>
        <dsp:cNvSpPr/>
      </dsp:nvSpPr>
      <dsp:spPr>
        <a:xfrm>
          <a:off x="6401972" y="882796"/>
          <a:ext cx="757792" cy="75779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4833D3F-D326-4DFD-B62C-FEC9EC4D25F7}">
      <dsp:nvSpPr>
        <dsp:cNvPr id="0" name=""/>
        <dsp:cNvSpPr/>
      </dsp:nvSpPr>
      <dsp:spPr>
        <a:xfrm>
          <a:off x="5938876" y="1893248"/>
          <a:ext cx="1683984" cy="6735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dirty="0"/>
            <a:t>Managing risks effectively</a:t>
          </a:r>
        </a:p>
      </dsp:txBody>
      <dsp:txXfrm>
        <a:off x="5938876" y="1893248"/>
        <a:ext cx="1683984" cy="673593"/>
      </dsp:txXfrm>
    </dsp:sp>
    <dsp:sp modelId="{DBE20BDC-EBA5-480E-AA99-506C2F6AB70F}">
      <dsp:nvSpPr>
        <dsp:cNvPr id="0" name=""/>
        <dsp:cNvSpPr/>
      </dsp:nvSpPr>
      <dsp:spPr>
        <a:xfrm>
          <a:off x="8380654" y="882796"/>
          <a:ext cx="757792" cy="75779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F6BE612-EA4D-4F81-9CAA-0EDCAB13DA76}">
      <dsp:nvSpPr>
        <dsp:cNvPr id="0" name=""/>
        <dsp:cNvSpPr/>
      </dsp:nvSpPr>
      <dsp:spPr>
        <a:xfrm>
          <a:off x="7917558" y="1893248"/>
          <a:ext cx="1683984" cy="6735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dirty="0"/>
            <a:t>Forecasting sales and market trends</a:t>
          </a:r>
        </a:p>
      </dsp:txBody>
      <dsp:txXfrm>
        <a:off x="7917558" y="1893248"/>
        <a:ext cx="1683984" cy="67359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CD98E4-BE8F-437A-97C2-41BC3BD69CF4}">
      <dsp:nvSpPr>
        <dsp:cNvPr id="0" name=""/>
        <dsp:cNvSpPr/>
      </dsp:nvSpPr>
      <dsp:spPr>
        <a:xfrm>
          <a:off x="935070" y="752334"/>
          <a:ext cx="1002585" cy="100258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8E972D6-CDAA-4AF4-8842-87CCBE5291E4}">
      <dsp:nvSpPr>
        <dsp:cNvPr id="0" name=""/>
        <dsp:cNvSpPr/>
      </dsp:nvSpPr>
      <dsp:spPr>
        <a:xfrm>
          <a:off x="4097" y="1838553"/>
          <a:ext cx="2864531" cy="429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b="1"/>
          </a:pPr>
          <a:r>
            <a:rPr lang="en-US" sz="1500" b="1" kern="1200" dirty="0"/>
            <a:t>Personalized Recommendations</a:t>
          </a:r>
          <a:endParaRPr lang="en-US" sz="1500" kern="1200" dirty="0"/>
        </a:p>
      </dsp:txBody>
      <dsp:txXfrm>
        <a:off x="4097" y="1838553"/>
        <a:ext cx="2864531" cy="429679"/>
      </dsp:txXfrm>
    </dsp:sp>
    <dsp:sp modelId="{C8922E68-16AE-4A50-A331-EBB7BFDEED49}">
      <dsp:nvSpPr>
        <dsp:cNvPr id="0" name=""/>
        <dsp:cNvSpPr/>
      </dsp:nvSpPr>
      <dsp:spPr>
        <a:xfrm>
          <a:off x="4097" y="2307133"/>
          <a:ext cx="2864531" cy="3901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dirty="0"/>
            <a:t>Uses browsing &amp; purchase history</a:t>
          </a:r>
        </a:p>
        <a:p>
          <a:pPr marL="0" lvl="0" indent="0" algn="ctr" defTabSz="488950">
            <a:lnSpc>
              <a:spcPct val="100000"/>
            </a:lnSpc>
            <a:spcBef>
              <a:spcPct val="0"/>
            </a:spcBef>
            <a:spcAft>
              <a:spcPct val="35000"/>
            </a:spcAft>
            <a:buNone/>
          </a:pPr>
          <a:r>
            <a:rPr lang="en-US" sz="1100" kern="1200"/>
            <a:t>AI suggests relevant products</a:t>
          </a:r>
        </a:p>
      </dsp:txBody>
      <dsp:txXfrm>
        <a:off x="4097" y="2307133"/>
        <a:ext cx="2864531" cy="390170"/>
      </dsp:txXfrm>
    </dsp:sp>
    <dsp:sp modelId="{2BC15929-A424-4DA2-BA4E-4956F4CC6B38}">
      <dsp:nvSpPr>
        <dsp:cNvPr id="0" name=""/>
        <dsp:cNvSpPr/>
      </dsp:nvSpPr>
      <dsp:spPr>
        <a:xfrm>
          <a:off x="4300894" y="752334"/>
          <a:ext cx="1002585" cy="100258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A6CF079-DB28-4E72-A058-7E7E2A6A46AE}">
      <dsp:nvSpPr>
        <dsp:cNvPr id="0" name=""/>
        <dsp:cNvSpPr/>
      </dsp:nvSpPr>
      <dsp:spPr>
        <a:xfrm>
          <a:off x="3369921" y="1838553"/>
          <a:ext cx="2864531" cy="429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b="1"/>
          </a:pPr>
          <a:r>
            <a:rPr lang="en-US" sz="1500" b="1" kern="1200"/>
            <a:t>Inventory Management</a:t>
          </a:r>
          <a:endParaRPr lang="en-US" sz="1500" kern="1200"/>
        </a:p>
      </dsp:txBody>
      <dsp:txXfrm>
        <a:off x="3369921" y="1838553"/>
        <a:ext cx="2864531" cy="429679"/>
      </dsp:txXfrm>
    </dsp:sp>
    <dsp:sp modelId="{E87DC7CB-5BE2-4CFF-8100-14B0B10B6BE7}">
      <dsp:nvSpPr>
        <dsp:cNvPr id="0" name=""/>
        <dsp:cNvSpPr/>
      </dsp:nvSpPr>
      <dsp:spPr>
        <a:xfrm>
          <a:off x="3369921" y="2307133"/>
          <a:ext cx="2864531" cy="3901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Analyzes sales trends &amp; seasonal demand</a:t>
          </a:r>
        </a:p>
        <a:p>
          <a:pPr marL="0" lvl="0" indent="0" algn="ctr" defTabSz="488950">
            <a:lnSpc>
              <a:spcPct val="100000"/>
            </a:lnSpc>
            <a:spcBef>
              <a:spcPct val="0"/>
            </a:spcBef>
            <a:spcAft>
              <a:spcPct val="35000"/>
            </a:spcAft>
            <a:buNone/>
          </a:pPr>
          <a:r>
            <a:rPr lang="en-US" sz="1100" kern="1200"/>
            <a:t>Prevents overstock &amp; stockouts</a:t>
          </a:r>
        </a:p>
      </dsp:txBody>
      <dsp:txXfrm>
        <a:off x="3369921" y="2307133"/>
        <a:ext cx="2864531" cy="390170"/>
      </dsp:txXfrm>
    </dsp:sp>
    <dsp:sp modelId="{C1D9C5E4-8C06-42D4-ABF4-C9C9972CD4DC}">
      <dsp:nvSpPr>
        <dsp:cNvPr id="0" name=""/>
        <dsp:cNvSpPr/>
      </dsp:nvSpPr>
      <dsp:spPr>
        <a:xfrm>
          <a:off x="7666718" y="752334"/>
          <a:ext cx="1002585" cy="100258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0F0FC96-6CBB-4DD5-A4F7-47D615B14497}">
      <dsp:nvSpPr>
        <dsp:cNvPr id="0" name=""/>
        <dsp:cNvSpPr/>
      </dsp:nvSpPr>
      <dsp:spPr>
        <a:xfrm>
          <a:off x="6735746" y="1838553"/>
          <a:ext cx="2864531" cy="429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b="1"/>
          </a:pPr>
          <a:r>
            <a:rPr lang="en-US" sz="1500" b="1" kern="1200"/>
            <a:t>Dynamic Pricing</a:t>
          </a:r>
          <a:endParaRPr lang="en-US" sz="1500" kern="1200"/>
        </a:p>
      </dsp:txBody>
      <dsp:txXfrm>
        <a:off x="6735746" y="1838553"/>
        <a:ext cx="2864531" cy="429679"/>
      </dsp:txXfrm>
    </dsp:sp>
    <dsp:sp modelId="{CA16269D-A145-4FBE-9195-3533C3388574}">
      <dsp:nvSpPr>
        <dsp:cNvPr id="0" name=""/>
        <dsp:cNvSpPr/>
      </dsp:nvSpPr>
      <dsp:spPr>
        <a:xfrm>
          <a:off x="6735746" y="2307133"/>
          <a:ext cx="2864531" cy="3901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Adjusts prices based on demand &amp; competitors</a:t>
          </a:r>
        </a:p>
        <a:p>
          <a:pPr marL="0" lvl="0" indent="0" algn="ctr" defTabSz="488950">
            <a:lnSpc>
              <a:spcPct val="100000"/>
            </a:lnSpc>
            <a:spcBef>
              <a:spcPct val="0"/>
            </a:spcBef>
            <a:spcAft>
              <a:spcPct val="35000"/>
            </a:spcAft>
            <a:buNone/>
          </a:pPr>
          <a:r>
            <a:rPr lang="en-US" sz="1100" kern="1200"/>
            <a:t>Maximizes revenue &amp; competitiveness</a:t>
          </a:r>
        </a:p>
      </dsp:txBody>
      <dsp:txXfrm>
        <a:off x="6735746" y="2307133"/>
        <a:ext cx="2864531" cy="39017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901CC1-E706-4F1E-A6DE-E4CD3C0AE344}">
      <dsp:nvSpPr>
        <dsp:cNvPr id="0" name=""/>
        <dsp:cNvSpPr/>
      </dsp:nvSpPr>
      <dsp:spPr>
        <a:xfrm>
          <a:off x="4097" y="559117"/>
          <a:ext cx="1002585" cy="100258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012DAED-ECD2-441C-B278-06BC84F4F506}">
      <dsp:nvSpPr>
        <dsp:cNvPr id="0" name=""/>
        <dsp:cNvSpPr/>
      </dsp:nvSpPr>
      <dsp:spPr>
        <a:xfrm>
          <a:off x="4097" y="1661953"/>
          <a:ext cx="2864531" cy="429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89000">
            <a:lnSpc>
              <a:spcPct val="100000"/>
            </a:lnSpc>
            <a:spcBef>
              <a:spcPct val="0"/>
            </a:spcBef>
            <a:spcAft>
              <a:spcPct val="35000"/>
            </a:spcAft>
            <a:buNone/>
            <a:defRPr b="1"/>
          </a:pPr>
          <a:r>
            <a:rPr lang="en-IN" sz="2000" b="1" kern="1200"/>
            <a:t>Predictive Diagnosis</a:t>
          </a:r>
          <a:endParaRPr lang="en-US" sz="2000" kern="1200"/>
        </a:p>
      </dsp:txBody>
      <dsp:txXfrm>
        <a:off x="4097" y="1661953"/>
        <a:ext cx="2864531" cy="429679"/>
      </dsp:txXfrm>
    </dsp:sp>
    <dsp:sp modelId="{725C363E-5368-4F6E-8C82-8DB9C0BFA7FF}">
      <dsp:nvSpPr>
        <dsp:cNvPr id="0" name=""/>
        <dsp:cNvSpPr/>
      </dsp:nvSpPr>
      <dsp:spPr>
        <a:xfrm>
          <a:off x="4097" y="2138261"/>
          <a:ext cx="2864531" cy="7522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66750">
            <a:lnSpc>
              <a:spcPct val="100000"/>
            </a:lnSpc>
            <a:spcBef>
              <a:spcPct val="0"/>
            </a:spcBef>
            <a:spcAft>
              <a:spcPct val="35000"/>
            </a:spcAft>
            <a:buNone/>
          </a:pPr>
          <a:r>
            <a:rPr lang="en-IN" sz="1500" kern="1200"/>
            <a:t>AI analyses patient history &amp; scans</a:t>
          </a:r>
          <a:endParaRPr lang="en-US" sz="1500" kern="1200"/>
        </a:p>
        <a:p>
          <a:pPr marL="0" lvl="0" indent="0" algn="l" defTabSz="666750">
            <a:lnSpc>
              <a:spcPct val="100000"/>
            </a:lnSpc>
            <a:spcBef>
              <a:spcPct val="0"/>
            </a:spcBef>
            <a:spcAft>
              <a:spcPct val="35000"/>
            </a:spcAft>
            <a:buNone/>
          </a:pPr>
          <a:r>
            <a:rPr lang="en-IN" sz="1500" kern="1200"/>
            <a:t>Detects diseases early</a:t>
          </a:r>
          <a:endParaRPr lang="en-US" sz="1500" kern="1200"/>
        </a:p>
      </dsp:txBody>
      <dsp:txXfrm>
        <a:off x="4097" y="2138261"/>
        <a:ext cx="2864531" cy="752258"/>
      </dsp:txXfrm>
    </dsp:sp>
    <dsp:sp modelId="{6CBDBEE6-E552-4141-B96A-E7B4C4CCF8F9}">
      <dsp:nvSpPr>
        <dsp:cNvPr id="0" name=""/>
        <dsp:cNvSpPr/>
      </dsp:nvSpPr>
      <dsp:spPr>
        <a:xfrm>
          <a:off x="3369921" y="559117"/>
          <a:ext cx="1002585" cy="100258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61EEEE7-1D89-4E4D-96EB-E400B0E7A0FE}">
      <dsp:nvSpPr>
        <dsp:cNvPr id="0" name=""/>
        <dsp:cNvSpPr/>
      </dsp:nvSpPr>
      <dsp:spPr>
        <a:xfrm>
          <a:off x="3369921" y="1661953"/>
          <a:ext cx="2864531" cy="429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89000">
            <a:lnSpc>
              <a:spcPct val="100000"/>
            </a:lnSpc>
            <a:spcBef>
              <a:spcPct val="0"/>
            </a:spcBef>
            <a:spcAft>
              <a:spcPct val="35000"/>
            </a:spcAft>
            <a:buNone/>
            <a:defRPr b="1"/>
          </a:pPr>
          <a:r>
            <a:rPr lang="en-IN" sz="2000" b="1" kern="1200"/>
            <a:t>Resource Allocation</a:t>
          </a:r>
          <a:endParaRPr lang="en-US" sz="2000" kern="1200"/>
        </a:p>
      </dsp:txBody>
      <dsp:txXfrm>
        <a:off x="3369921" y="1661953"/>
        <a:ext cx="2864531" cy="429679"/>
      </dsp:txXfrm>
    </dsp:sp>
    <dsp:sp modelId="{797C9881-6BB7-414E-A00A-0B1EED36F457}">
      <dsp:nvSpPr>
        <dsp:cNvPr id="0" name=""/>
        <dsp:cNvSpPr/>
      </dsp:nvSpPr>
      <dsp:spPr>
        <a:xfrm>
          <a:off x="3369921" y="2138261"/>
          <a:ext cx="2864531" cy="7522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66750">
            <a:lnSpc>
              <a:spcPct val="100000"/>
            </a:lnSpc>
            <a:spcBef>
              <a:spcPct val="0"/>
            </a:spcBef>
            <a:spcAft>
              <a:spcPct val="35000"/>
            </a:spcAft>
            <a:buNone/>
          </a:pPr>
          <a:r>
            <a:rPr lang="en-IN" sz="1500" kern="1200"/>
            <a:t>Patient inflow data optimizes staff &amp; bed availability</a:t>
          </a:r>
          <a:endParaRPr lang="en-US" sz="1500" kern="1200"/>
        </a:p>
        <a:p>
          <a:pPr marL="0" lvl="0" indent="0" algn="l" defTabSz="666750">
            <a:lnSpc>
              <a:spcPct val="100000"/>
            </a:lnSpc>
            <a:spcBef>
              <a:spcPct val="0"/>
            </a:spcBef>
            <a:spcAft>
              <a:spcPct val="35000"/>
            </a:spcAft>
            <a:buNone/>
          </a:pPr>
          <a:r>
            <a:rPr lang="en-IN" sz="1500" kern="1200"/>
            <a:t>Improves hospital efficiency</a:t>
          </a:r>
          <a:endParaRPr lang="en-US" sz="1500" kern="1200"/>
        </a:p>
      </dsp:txBody>
      <dsp:txXfrm>
        <a:off x="3369921" y="2138261"/>
        <a:ext cx="2864531" cy="752258"/>
      </dsp:txXfrm>
    </dsp:sp>
    <dsp:sp modelId="{4F94E156-A3D4-4F22-82CB-1D9CE1537734}">
      <dsp:nvSpPr>
        <dsp:cNvPr id="0" name=""/>
        <dsp:cNvSpPr/>
      </dsp:nvSpPr>
      <dsp:spPr>
        <a:xfrm>
          <a:off x="6735746" y="559117"/>
          <a:ext cx="1002585" cy="100258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89888D8-8BD0-4894-B2EF-A22CBBF3F3AF}">
      <dsp:nvSpPr>
        <dsp:cNvPr id="0" name=""/>
        <dsp:cNvSpPr/>
      </dsp:nvSpPr>
      <dsp:spPr>
        <a:xfrm>
          <a:off x="6735746" y="1661953"/>
          <a:ext cx="2864531" cy="429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89000">
            <a:lnSpc>
              <a:spcPct val="100000"/>
            </a:lnSpc>
            <a:spcBef>
              <a:spcPct val="0"/>
            </a:spcBef>
            <a:spcAft>
              <a:spcPct val="35000"/>
            </a:spcAft>
            <a:buNone/>
            <a:defRPr b="1"/>
          </a:pPr>
          <a:r>
            <a:rPr lang="en-IN" sz="2000" b="1" kern="1200"/>
            <a:t>Personalized Treatment</a:t>
          </a:r>
          <a:endParaRPr lang="en-US" sz="2000" kern="1200"/>
        </a:p>
      </dsp:txBody>
      <dsp:txXfrm>
        <a:off x="6735746" y="1661953"/>
        <a:ext cx="2864531" cy="429679"/>
      </dsp:txXfrm>
    </dsp:sp>
    <dsp:sp modelId="{4A3803DF-038B-419B-929C-4CE8C602B6A3}">
      <dsp:nvSpPr>
        <dsp:cNvPr id="0" name=""/>
        <dsp:cNvSpPr/>
      </dsp:nvSpPr>
      <dsp:spPr>
        <a:xfrm>
          <a:off x="6735746" y="2138261"/>
          <a:ext cx="2864531" cy="7522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66750">
            <a:lnSpc>
              <a:spcPct val="100000"/>
            </a:lnSpc>
            <a:spcBef>
              <a:spcPct val="0"/>
            </a:spcBef>
            <a:spcAft>
              <a:spcPct val="35000"/>
            </a:spcAft>
            <a:buNone/>
          </a:pPr>
          <a:r>
            <a:rPr lang="en-IN" sz="1500" kern="1200"/>
            <a:t>Uses patient history &amp; genetics</a:t>
          </a:r>
          <a:endParaRPr lang="en-US" sz="1500" kern="1200"/>
        </a:p>
        <a:p>
          <a:pPr marL="0" lvl="0" indent="0" algn="l" defTabSz="666750">
            <a:lnSpc>
              <a:spcPct val="100000"/>
            </a:lnSpc>
            <a:spcBef>
              <a:spcPct val="0"/>
            </a:spcBef>
            <a:spcAft>
              <a:spcPct val="35000"/>
            </a:spcAft>
            <a:buNone/>
          </a:pPr>
          <a:r>
            <a:rPr lang="en-IN" sz="1500" kern="1200"/>
            <a:t>Tailors treatment for better outcomes</a:t>
          </a:r>
          <a:endParaRPr lang="en-US" sz="1500" kern="1200"/>
        </a:p>
      </dsp:txBody>
      <dsp:txXfrm>
        <a:off x="6735746" y="2138261"/>
        <a:ext cx="2864531" cy="75225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2EA114-C6AF-49EC-81C0-3E484B1DB71C}">
      <dsp:nvSpPr>
        <dsp:cNvPr id="0" name=""/>
        <dsp:cNvSpPr/>
      </dsp:nvSpPr>
      <dsp:spPr>
        <a:xfrm>
          <a:off x="4097" y="376009"/>
          <a:ext cx="1002585" cy="100258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96F9639-6421-49BE-A1FD-CA468A506780}">
      <dsp:nvSpPr>
        <dsp:cNvPr id="0" name=""/>
        <dsp:cNvSpPr/>
      </dsp:nvSpPr>
      <dsp:spPr>
        <a:xfrm>
          <a:off x="4097" y="1494593"/>
          <a:ext cx="2864531" cy="429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66800">
            <a:lnSpc>
              <a:spcPct val="100000"/>
            </a:lnSpc>
            <a:spcBef>
              <a:spcPct val="0"/>
            </a:spcBef>
            <a:spcAft>
              <a:spcPct val="35000"/>
            </a:spcAft>
            <a:buNone/>
            <a:defRPr b="1"/>
          </a:pPr>
          <a:r>
            <a:rPr lang="en-IN" sz="2400" b="1" kern="1200"/>
            <a:t>Fraud Detection</a:t>
          </a:r>
          <a:endParaRPr lang="en-US" sz="2400" kern="1200"/>
        </a:p>
      </dsp:txBody>
      <dsp:txXfrm>
        <a:off x="4097" y="1494593"/>
        <a:ext cx="2864531" cy="429679"/>
      </dsp:txXfrm>
    </dsp:sp>
    <dsp:sp modelId="{F5BAB024-4607-45D3-AEB6-717061209E60}">
      <dsp:nvSpPr>
        <dsp:cNvPr id="0" name=""/>
        <dsp:cNvSpPr/>
      </dsp:nvSpPr>
      <dsp:spPr>
        <a:xfrm>
          <a:off x="4097" y="1978225"/>
          <a:ext cx="2864531" cy="10954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IN" sz="1700" kern="1200"/>
            <a:t>AI monitors transaction patterns</a:t>
          </a:r>
          <a:endParaRPr lang="en-US" sz="1700" kern="1200"/>
        </a:p>
        <a:p>
          <a:pPr marL="0" lvl="0" indent="0" algn="l" defTabSz="755650">
            <a:lnSpc>
              <a:spcPct val="100000"/>
            </a:lnSpc>
            <a:spcBef>
              <a:spcPct val="0"/>
            </a:spcBef>
            <a:spcAft>
              <a:spcPct val="35000"/>
            </a:spcAft>
            <a:buNone/>
          </a:pPr>
          <a:r>
            <a:rPr lang="en-IN" sz="1700" kern="1200"/>
            <a:t>Flags unusual activity</a:t>
          </a:r>
          <a:endParaRPr lang="en-US" sz="1700" kern="1200"/>
        </a:p>
      </dsp:txBody>
      <dsp:txXfrm>
        <a:off x="4097" y="1978225"/>
        <a:ext cx="2864531" cy="1095402"/>
      </dsp:txXfrm>
    </dsp:sp>
    <dsp:sp modelId="{A25B0160-A736-4C4B-B1BC-8203F3931169}">
      <dsp:nvSpPr>
        <dsp:cNvPr id="0" name=""/>
        <dsp:cNvSpPr/>
      </dsp:nvSpPr>
      <dsp:spPr>
        <a:xfrm>
          <a:off x="3369921" y="376009"/>
          <a:ext cx="1002585" cy="100258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6C5A7BD-46AC-46CC-857F-C780EDAA1D89}">
      <dsp:nvSpPr>
        <dsp:cNvPr id="0" name=""/>
        <dsp:cNvSpPr/>
      </dsp:nvSpPr>
      <dsp:spPr>
        <a:xfrm>
          <a:off x="3369921" y="1494593"/>
          <a:ext cx="2864531" cy="429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66800">
            <a:lnSpc>
              <a:spcPct val="100000"/>
            </a:lnSpc>
            <a:spcBef>
              <a:spcPct val="0"/>
            </a:spcBef>
            <a:spcAft>
              <a:spcPct val="35000"/>
            </a:spcAft>
            <a:buNone/>
            <a:defRPr b="1"/>
          </a:pPr>
          <a:r>
            <a:rPr lang="en-IN" sz="2400" b="1" kern="1200"/>
            <a:t>Credit Scoring</a:t>
          </a:r>
          <a:endParaRPr lang="en-US" sz="2400" kern="1200"/>
        </a:p>
      </dsp:txBody>
      <dsp:txXfrm>
        <a:off x="3369921" y="1494593"/>
        <a:ext cx="2864531" cy="429679"/>
      </dsp:txXfrm>
    </dsp:sp>
    <dsp:sp modelId="{CC915C33-05C1-4B8F-832D-34DA8192525B}">
      <dsp:nvSpPr>
        <dsp:cNvPr id="0" name=""/>
        <dsp:cNvSpPr/>
      </dsp:nvSpPr>
      <dsp:spPr>
        <a:xfrm>
          <a:off x="3369921" y="1978225"/>
          <a:ext cx="2864531" cy="10954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IN" sz="1700" kern="1200"/>
            <a:t>Assesses creditworthiness using financial history</a:t>
          </a:r>
          <a:endParaRPr lang="en-US" sz="1700" kern="1200"/>
        </a:p>
        <a:p>
          <a:pPr marL="0" lvl="0" indent="0" algn="l" defTabSz="755650">
            <a:lnSpc>
              <a:spcPct val="100000"/>
            </a:lnSpc>
            <a:spcBef>
              <a:spcPct val="0"/>
            </a:spcBef>
            <a:spcAft>
              <a:spcPct val="35000"/>
            </a:spcAft>
            <a:buNone/>
          </a:pPr>
          <a:r>
            <a:rPr lang="en-IN" sz="1700" kern="1200"/>
            <a:t>Reduces lending risks</a:t>
          </a:r>
          <a:endParaRPr lang="en-US" sz="1700" kern="1200"/>
        </a:p>
      </dsp:txBody>
      <dsp:txXfrm>
        <a:off x="3369921" y="1978225"/>
        <a:ext cx="2864531" cy="1095402"/>
      </dsp:txXfrm>
    </dsp:sp>
    <dsp:sp modelId="{22C19CBD-1A9A-49C6-849F-0317C522E67A}">
      <dsp:nvSpPr>
        <dsp:cNvPr id="0" name=""/>
        <dsp:cNvSpPr/>
      </dsp:nvSpPr>
      <dsp:spPr>
        <a:xfrm>
          <a:off x="6735746" y="376009"/>
          <a:ext cx="1002585" cy="100258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B0C768A-0D18-4F0A-A256-E4A7C6C77495}">
      <dsp:nvSpPr>
        <dsp:cNvPr id="0" name=""/>
        <dsp:cNvSpPr/>
      </dsp:nvSpPr>
      <dsp:spPr>
        <a:xfrm>
          <a:off x="6735746" y="1494593"/>
          <a:ext cx="2864531" cy="429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66800">
            <a:lnSpc>
              <a:spcPct val="100000"/>
            </a:lnSpc>
            <a:spcBef>
              <a:spcPct val="0"/>
            </a:spcBef>
            <a:spcAft>
              <a:spcPct val="35000"/>
            </a:spcAft>
            <a:buNone/>
            <a:defRPr b="1"/>
          </a:pPr>
          <a:r>
            <a:rPr lang="en-IN" sz="2400" b="1" kern="1200"/>
            <a:t>Automated Trading</a:t>
          </a:r>
          <a:endParaRPr lang="en-US" sz="2400" kern="1200"/>
        </a:p>
      </dsp:txBody>
      <dsp:txXfrm>
        <a:off x="6735746" y="1494593"/>
        <a:ext cx="2864531" cy="429679"/>
      </dsp:txXfrm>
    </dsp:sp>
    <dsp:sp modelId="{FC03A937-B7F7-44FD-9882-8AC5CBA97026}">
      <dsp:nvSpPr>
        <dsp:cNvPr id="0" name=""/>
        <dsp:cNvSpPr/>
      </dsp:nvSpPr>
      <dsp:spPr>
        <a:xfrm>
          <a:off x="6735746" y="1978225"/>
          <a:ext cx="2864531" cy="10954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IN" sz="1700" kern="1200"/>
            <a:t>AI-driven models analyse market trends</a:t>
          </a:r>
          <a:endParaRPr lang="en-US" sz="1700" kern="1200"/>
        </a:p>
        <a:p>
          <a:pPr marL="0" lvl="0" indent="0" algn="l" defTabSz="755650">
            <a:lnSpc>
              <a:spcPct val="100000"/>
            </a:lnSpc>
            <a:spcBef>
              <a:spcPct val="0"/>
            </a:spcBef>
            <a:spcAft>
              <a:spcPct val="35000"/>
            </a:spcAft>
            <a:buNone/>
          </a:pPr>
          <a:r>
            <a:rPr lang="en-IN" sz="1700" kern="1200"/>
            <a:t>Executes trades with minimal human intervention</a:t>
          </a:r>
          <a:endParaRPr lang="en-US" sz="1700" kern="1200"/>
        </a:p>
      </dsp:txBody>
      <dsp:txXfrm>
        <a:off x="6735746" y="1978225"/>
        <a:ext cx="2864531" cy="109540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A4C7CF-3519-4C44-8321-559807E2FC6A}">
      <dsp:nvSpPr>
        <dsp:cNvPr id="0" name=""/>
        <dsp:cNvSpPr/>
      </dsp:nvSpPr>
      <dsp:spPr>
        <a:xfrm>
          <a:off x="4097" y="602633"/>
          <a:ext cx="1002585" cy="100258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FEB915E-1D50-46BF-8A1C-CEE5EEB54C9A}">
      <dsp:nvSpPr>
        <dsp:cNvPr id="0" name=""/>
        <dsp:cNvSpPr/>
      </dsp:nvSpPr>
      <dsp:spPr>
        <a:xfrm>
          <a:off x="4097" y="1701727"/>
          <a:ext cx="2864531" cy="429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defRPr b="1"/>
          </a:pPr>
          <a:r>
            <a:rPr lang="en-US" sz="1700" b="1" kern="1200"/>
            <a:t>Predictive Maintenance</a:t>
          </a:r>
          <a:endParaRPr lang="en-US" sz="1700" kern="1200"/>
        </a:p>
      </dsp:txBody>
      <dsp:txXfrm>
        <a:off x="4097" y="1701727"/>
        <a:ext cx="2864531" cy="429679"/>
      </dsp:txXfrm>
    </dsp:sp>
    <dsp:sp modelId="{D6A933F3-2A8F-43A3-A194-9F93C8BABA38}">
      <dsp:nvSpPr>
        <dsp:cNvPr id="0" name=""/>
        <dsp:cNvSpPr/>
      </dsp:nvSpPr>
      <dsp:spPr>
        <a:xfrm>
          <a:off x="4097" y="2176294"/>
          <a:ext cx="2864531" cy="6707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577850">
            <a:lnSpc>
              <a:spcPct val="100000"/>
            </a:lnSpc>
            <a:spcBef>
              <a:spcPct val="0"/>
            </a:spcBef>
            <a:spcAft>
              <a:spcPct val="35000"/>
            </a:spcAft>
            <a:buNone/>
          </a:pPr>
          <a:r>
            <a:rPr lang="en-US" sz="1300" kern="1200"/>
            <a:t>IoT sensors detect machine failures early</a:t>
          </a:r>
        </a:p>
        <a:p>
          <a:pPr marL="0" lvl="0" indent="0" algn="l" defTabSz="577850">
            <a:lnSpc>
              <a:spcPct val="100000"/>
            </a:lnSpc>
            <a:spcBef>
              <a:spcPct val="0"/>
            </a:spcBef>
            <a:spcAft>
              <a:spcPct val="35000"/>
            </a:spcAft>
            <a:buNone/>
          </a:pPr>
          <a:r>
            <a:rPr lang="en-US" sz="1300" kern="1200"/>
            <a:t>Reduces downtime &amp; repair costs</a:t>
          </a:r>
        </a:p>
      </dsp:txBody>
      <dsp:txXfrm>
        <a:off x="4097" y="2176294"/>
        <a:ext cx="2864531" cy="670709"/>
      </dsp:txXfrm>
    </dsp:sp>
    <dsp:sp modelId="{1009306E-4C23-4709-B7B4-D5B137F560EE}">
      <dsp:nvSpPr>
        <dsp:cNvPr id="0" name=""/>
        <dsp:cNvSpPr/>
      </dsp:nvSpPr>
      <dsp:spPr>
        <a:xfrm>
          <a:off x="3369921" y="602633"/>
          <a:ext cx="1002585" cy="100258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2EE1207-9006-4A09-88E4-C2016FD5213B}">
      <dsp:nvSpPr>
        <dsp:cNvPr id="0" name=""/>
        <dsp:cNvSpPr/>
      </dsp:nvSpPr>
      <dsp:spPr>
        <a:xfrm>
          <a:off x="3369921" y="1701727"/>
          <a:ext cx="2864531" cy="429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defRPr b="1"/>
          </a:pPr>
          <a:r>
            <a:rPr lang="en-US" sz="1700" b="1" kern="1200"/>
            <a:t>Supply Chain Optimization</a:t>
          </a:r>
          <a:endParaRPr lang="en-US" sz="1700" kern="1200"/>
        </a:p>
      </dsp:txBody>
      <dsp:txXfrm>
        <a:off x="3369921" y="1701727"/>
        <a:ext cx="2864531" cy="429679"/>
      </dsp:txXfrm>
    </dsp:sp>
    <dsp:sp modelId="{EDFAF855-77A5-4433-9E39-75B05122866B}">
      <dsp:nvSpPr>
        <dsp:cNvPr id="0" name=""/>
        <dsp:cNvSpPr/>
      </dsp:nvSpPr>
      <dsp:spPr>
        <a:xfrm>
          <a:off x="3369921" y="2176294"/>
          <a:ext cx="2864531" cy="6707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577850">
            <a:lnSpc>
              <a:spcPct val="100000"/>
            </a:lnSpc>
            <a:spcBef>
              <a:spcPct val="0"/>
            </a:spcBef>
            <a:spcAft>
              <a:spcPct val="35000"/>
            </a:spcAft>
            <a:buNone/>
          </a:pPr>
          <a:r>
            <a:rPr lang="en-US" sz="1300" kern="1200"/>
            <a:t>Data-driven logistics improve delivery efficiency</a:t>
          </a:r>
        </a:p>
        <a:p>
          <a:pPr marL="0" lvl="0" indent="0" algn="l" defTabSz="577850">
            <a:lnSpc>
              <a:spcPct val="100000"/>
            </a:lnSpc>
            <a:spcBef>
              <a:spcPct val="0"/>
            </a:spcBef>
            <a:spcAft>
              <a:spcPct val="35000"/>
            </a:spcAft>
            <a:buNone/>
          </a:pPr>
          <a:r>
            <a:rPr lang="en-US" sz="1300" kern="1200"/>
            <a:t>Cuts transportation costs</a:t>
          </a:r>
        </a:p>
      </dsp:txBody>
      <dsp:txXfrm>
        <a:off x="3369921" y="2176294"/>
        <a:ext cx="2864531" cy="670709"/>
      </dsp:txXfrm>
    </dsp:sp>
    <dsp:sp modelId="{925109C8-06E5-4013-BA3B-ED9C81D282E6}">
      <dsp:nvSpPr>
        <dsp:cNvPr id="0" name=""/>
        <dsp:cNvSpPr/>
      </dsp:nvSpPr>
      <dsp:spPr>
        <a:xfrm>
          <a:off x="6735746" y="602633"/>
          <a:ext cx="1002585" cy="100258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57B5C4F-BD64-4CE3-8A3A-209B87FCD4AD}">
      <dsp:nvSpPr>
        <dsp:cNvPr id="0" name=""/>
        <dsp:cNvSpPr/>
      </dsp:nvSpPr>
      <dsp:spPr>
        <a:xfrm>
          <a:off x="6735746" y="1701727"/>
          <a:ext cx="2864531" cy="429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defRPr b="1"/>
          </a:pPr>
          <a:r>
            <a:rPr lang="en-US" sz="1700" b="1" kern="1200"/>
            <a:t>Quality Control</a:t>
          </a:r>
          <a:endParaRPr lang="en-US" sz="1700" kern="1200"/>
        </a:p>
      </dsp:txBody>
      <dsp:txXfrm>
        <a:off x="6735746" y="1701727"/>
        <a:ext cx="2864531" cy="429679"/>
      </dsp:txXfrm>
    </dsp:sp>
    <dsp:sp modelId="{7D0C9288-4AFD-44F3-AF57-D6E9CFA0054F}">
      <dsp:nvSpPr>
        <dsp:cNvPr id="0" name=""/>
        <dsp:cNvSpPr/>
      </dsp:nvSpPr>
      <dsp:spPr>
        <a:xfrm>
          <a:off x="6735746" y="2176294"/>
          <a:ext cx="2864531" cy="6707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577850">
            <a:lnSpc>
              <a:spcPct val="100000"/>
            </a:lnSpc>
            <a:spcBef>
              <a:spcPct val="0"/>
            </a:spcBef>
            <a:spcAft>
              <a:spcPct val="35000"/>
            </a:spcAft>
            <a:buNone/>
          </a:pPr>
          <a:r>
            <a:rPr lang="en-US" sz="1300" kern="1200"/>
            <a:t>AI-powered image recognition detects defects</a:t>
          </a:r>
        </a:p>
        <a:p>
          <a:pPr marL="0" lvl="0" indent="0" algn="l" defTabSz="577850">
            <a:lnSpc>
              <a:spcPct val="100000"/>
            </a:lnSpc>
            <a:spcBef>
              <a:spcPct val="0"/>
            </a:spcBef>
            <a:spcAft>
              <a:spcPct val="35000"/>
            </a:spcAft>
            <a:buNone/>
          </a:pPr>
          <a:r>
            <a:rPr lang="en-US" sz="1300" kern="1200"/>
            <a:t>Ensures product consistency</a:t>
          </a:r>
        </a:p>
      </dsp:txBody>
      <dsp:txXfrm>
        <a:off x="6735746" y="2176294"/>
        <a:ext cx="2864531" cy="67070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D08018-DEF9-42EE-BA7E-FE6C811F20B8}">
      <dsp:nvSpPr>
        <dsp:cNvPr id="0" name=""/>
        <dsp:cNvSpPr/>
      </dsp:nvSpPr>
      <dsp:spPr>
        <a:xfrm>
          <a:off x="4097" y="752334"/>
          <a:ext cx="1002585" cy="100258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BC6E348-96B4-4012-8D8F-802BC6A4B98F}">
      <dsp:nvSpPr>
        <dsp:cNvPr id="0" name=""/>
        <dsp:cNvSpPr/>
      </dsp:nvSpPr>
      <dsp:spPr>
        <a:xfrm>
          <a:off x="4097" y="1838553"/>
          <a:ext cx="2864531" cy="429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IN" sz="1400" b="1" kern="1200"/>
            <a:t>Targeted Advertising</a:t>
          </a:r>
          <a:endParaRPr lang="en-US" sz="1400" kern="1200"/>
        </a:p>
      </dsp:txBody>
      <dsp:txXfrm>
        <a:off x="4097" y="1838553"/>
        <a:ext cx="2864531" cy="429679"/>
      </dsp:txXfrm>
    </dsp:sp>
    <dsp:sp modelId="{F1D2CAEE-7A5D-45B9-BA79-E92A17C1F818}">
      <dsp:nvSpPr>
        <dsp:cNvPr id="0" name=""/>
        <dsp:cNvSpPr/>
      </dsp:nvSpPr>
      <dsp:spPr>
        <a:xfrm>
          <a:off x="4097" y="2307133"/>
          <a:ext cx="2864531" cy="3901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IN" sz="1100" kern="1200"/>
            <a:t>Analyses user behaviour for personalized ads</a:t>
          </a:r>
          <a:endParaRPr lang="en-US" sz="1100" kern="1200"/>
        </a:p>
        <a:p>
          <a:pPr marL="0" lvl="0" indent="0" algn="l" defTabSz="488950">
            <a:lnSpc>
              <a:spcPct val="100000"/>
            </a:lnSpc>
            <a:spcBef>
              <a:spcPct val="0"/>
            </a:spcBef>
            <a:spcAft>
              <a:spcPct val="35000"/>
            </a:spcAft>
            <a:buNone/>
          </a:pPr>
          <a:r>
            <a:rPr lang="en-IN" sz="1100" kern="1200"/>
            <a:t>Improves engagement &amp; conversions</a:t>
          </a:r>
          <a:endParaRPr lang="en-US" sz="1100" kern="1200"/>
        </a:p>
      </dsp:txBody>
      <dsp:txXfrm>
        <a:off x="4097" y="2307133"/>
        <a:ext cx="2864531" cy="390170"/>
      </dsp:txXfrm>
    </dsp:sp>
    <dsp:sp modelId="{35DB9734-04FC-435F-A7A5-0B670F85C98A}">
      <dsp:nvSpPr>
        <dsp:cNvPr id="0" name=""/>
        <dsp:cNvSpPr/>
      </dsp:nvSpPr>
      <dsp:spPr>
        <a:xfrm>
          <a:off x="3369921" y="752334"/>
          <a:ext cx="1002585" cy="100258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CA495B3-7B07-4BB4-905C-125CBF1BE226}">
      <dsp:nvSpPr>
        <dsp:cNvPr id="0" name=""/>
        <dsp:cNvSpPr/>
      </dsp:nvSpPr>
      <dsp:spPr>
        <a:xfrm>
          <a:off x="3369921" y="1838553"/>
          <a:ext cx="2864531" cy="429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IN" sz="1400" b="1" kern="1200"/>
            <a:t>Campaign Performance Analysis</a:t>
          </a:r>
          <a:endParaRPr lang="en-US" sz="1400" kern="1200"/>
        </a:p>
      </dsp:txBody>
      <dsp:txXfrm>
        <a:off x="3369921" y="1838553"/>
        <a:ext cx="2864531" cy="429679"/>
      </dsp:txXfrm>
    </dsp:sp>
    <dsp:sp modelId="{DE1F166F-D4C8-40B9-AF77-00F38BBD25CD}">
      <dsp:nvSpPr>
        <dsp:cNvPr id="0" name=""/>
        <dsp:cNvSpPr/>
      </dsp:nvSpPr>
      <dsp:spPr>
        <a:xfrm>
          <a:off x="3369921" y="2307133"/>
          <a:ext cx="2864531" cy="3901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IN" sz="1100" kern="1200"/>
            <a:t>Tracks ad performance in real-time</a:t>
          </a:r>
          <a:endParaRPr lang="en-US" sz="1100" kern="1200"/>
        </a:p>
        <a:p>
          <a:pPr marL="0" lvl="0" indent="0" algn="l" defTabSz="488950">
            <a:lnSpc>
              <a:spcPct val="100000"/>
            </a:lnSpc>
            <a:spcBef>
              <a:spcPct val="0"/>
            </a:spcBef>
            <a:spcAft>
              <a:spcPct val="35000"/>
            </a:spcAft>
            <a:buNone/>
          </a:pPr>
          <a:r>
            <a:rPr lang="en-IN" sz="1100" kern="1200"/>
            <a:t>Optimizes marketing spend</a:t>
          </a:r>
          <a:endParaRPr lang="en-US" sz="1100" kern="1200"/>
        </a:p>
      </dsp:txBody>
      <dsp:txXfrm>
        <a:off x="3369921" y="2307133"/>
        <a:ext cx="2864531" cy="390170"/>
      </dsp:txXfrm>
    </dsp:sp>
    <dsp:sp modelId="{F4705DB5-111D-4838-A6C4-B44D36DC676E}">
      <dsp:nvSpPr>
        <dsp:cNvPr id="0" name=""/>
        <dsp:cNvSpPr/>
      </dsp:nvSpPr>
      <dsp:spPr>
        <a:xfrm>
          <a:off x="6735746" y="752334"/>
          <a:ext cx="1002585" cy="100258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EA1FF34-5C47-4FED-8273-D8A6F0D1015E}">
      <dsp:nvSpPr>
        <dsp:cNvPr id="0" name=""/>
        <dsp:cNvSpPr/>
      </dsp:nvSpPr>
      <dsp:spPr>
        <a:xfrm>
          <a:off x="6735746" y="1838553"/>
          <a:ext cx="2864531" cy="429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IN" sz="1400" b="1" kern="1200"/>
            <a:t>Customer Sentiment Analysis</a:t>
          </a:r>
          <a:endParaRPr lang="en-US" sz="1400" kern="1200"/>
        </a:p>
      </dsp:txBody>
      <dsp:txXfrm>
        <a:off x="6735746" y="1838553"/>
        <a:ext cx="2864531" cy="429679"/>
      </dsp:txXfrm>
    </dsp:sp>
    <dsp:sp modelId="{A2C2DA7E-F0AE-4B27-BA37-2D4A63454506}">
      <dsp:nvSpPr>
        <dsp:cNvPr id="0" name=""/>
        <dsp:cNvSpPr/>
      </dsp:nvSpPr>
      <dsp:spPr>
        <a:xfrm>
          <a:off x="6735746" y="2307133"/>
          <a:ext cx="2864531" cy="3901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IN" sz="1100" kern="1200"/>
            <a:t>Monitors reviews &amp; social media feedback</a:t>
          </a:r>
          <a:endParaRPr lang="en-US" sz="1100" kern="1200"/>
        </a:p>
        <a:p>
          <a:pPr marL="0" lvl="0" indent="0" algn="l" defTabSz="488950">
            <a:lnSpc>
              <a:spcPct val="100000"/>
            </a:lnSpc>
            <a:spcBef>
              <a:spcPct val="0"/>
            </a:spcBef>
            <a:spcAft>
              <a:spcPct val="35000"/>
            </a:spcAft>
            <a:buNone/>
          </a:pPr>
          <a:r>
            <a:rPr lang="en-IN" sz="1100" kern="1200"/>
            <a:t>Enhances brand strategy</a:t>
          </a:r>
          <a:endParaRPr lang="en-US" sz="1100" kern="1200"/>
        </a:p>
      </dsp:txBody>
      <dsp:txXfrm>
        <a:off x="6735746" y="2307133"/>
        <a:ext cx="2864531" cy="39017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498098-E424-40A0-9149-5C045A553D6C}">
      <dsp:nvSpPr>
        <dsp:cNvPr id="0" name=""/>
        <dsp:cNvSpPr/>
      </dsp:nvSpPr>
      <dsp:spPr>
        <a:xfrm>
          <a:off x="4097" y="638733"/>
          <a:ext cx="1002585" cy="100258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14C2A2E-6A3A-4DD1-B075-AEA9530B175C}">
      <dsp:nvSpPr>
        <dsp:cNvPr id="0" name=""/>
        <dsp:cNvSpPr/>
      </dsp:nvSpPr>
      <dsp:spPr>
        <a:xfrm>
          <a:off x="4097" y="1734722"/>
          <a:ext cx="2864531" cy="429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defRPr b="1"/>
          </a:pPr>
          <a:r>
            <a:rPr lang="en-IN" sz="1600" b="1" kern="1200"/>
            <a:t>Adaptive Learning Platforms</a:t>
          </a:r>
          <a:endParaRPr lang="en-US" sz="1600" kern="1200"/>
        </a:p>
      </dsp:txBody>
      <dsp:txXfrm>
        <a:off x="4097" y="1734722"/>
        <a:ext cx="2864531" cy="429679"/>
      </dsp:txXfrm>
    </dsp:sp>
    <dsp:sp modelId="{C35A21EE-4C6C-4756-B582-2AE4389E91DB}">
      <dsp:nvSpPr>
        <dsp:cNvPr id="0" name=""/>
        <dsp:cNvSpPr/>
      </dsp:nvSpPr>
      <dsp:spPr>
        <a:xfrm>
          <a:off x="4097" y="2207845"/>
          <a:ext cx="2864531" cy="6030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533400">
            <a:lnSpc>
              <a:spcPct val="100000"/>
            </a:lnSpc>
            <a:spcBef>
              <a:spcPct val="0"/>
            </a:spcBef>
            <a:spcAft>
              <a:spcPct val="35000"/>
            </a:spcAft>
            <a:buNone/>
          </a:pPr>
          <a:r>
            <a:rPr lang="en-IN" sz="1200" kern="1200"/>
            <a:t>AI customizes learning paths</a:t>
          </a:r>
          <a:endParaRPr lang="en-US" sz="1200" kern="1200"/>
        </a:p>
        <a:p>
          <a:pPr marL="0" lvl="0" indent="0" algn="l" defTabSz="533400">
            <a:lnSpc>
              <a:spcPct val="100000"/>
            </a:lnSpc>
            <a:spcBef>
              <a:spcPct val="0"/>
            </a:spcBef>
            <a:spcAft>
              <a:spcPct val="35000"/>
            </a:spcAft>
            <a:buNone/>
          </a:pPr>
          <a:r>
            <a:rPr lang="en-IN" sz="1200" kern="1200"/>
            <a:t>Boosts student engagement</a:t>
          </a:r>
          <a:endParaRPr lang="en-US" sz="1200" kern="1200"/>
        </a:p>
      </dsp:txBody>
      <dsp:txXfrm>
        <a:off x="4097" y="2207845"/>
        <a:ext cx="2864531" cy="603058"/>
      </dsp:txXfrm>
    </dsp:sp>
    <dsp:sp modelId="{6AECF7B8-438E-49D5-8A98-6782026D2FF4}">
      <dsp:nvSpPr>
        <dsp:cNvPr id="0" name=""/>
        <dsp:cNvSpPr/>
      </dsp:nvSpPr>
      <dsp:spPr>
        <a:xfrm>
          <a:off x="3369921" y="638733"/>
          <a:ext cx="1002585" cy="100258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2AF49DD-320E-412C-9364-2B8595787B64}">
      <dsp:nvSpPr>
        <dsp:cNvPr id="0" name=""/>
        <dsp:cNvSpPr/>
      </dsp:nvSpPr>
      <dsp:spPr>
        <a:xfrm>
          <a:off x="3369921" y="1734722"/>
          <a:ext cx="2864531" cy="429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defRPr b="1"/>
          </a:pPr>
          <a:r>
            <a:rPr lang="en-IN" sz="1600" b="1" kern="1200"/>
            <a:t>Dropout Prediction</a:t>
          </a:r>
          <a:endParaRPr lang="en-US" sz="1600" kern="1200"/>
        </a:p>
      </dsp:txBody>
      <dsp:txXfrm>
        <a:off x="3369921" y="1734722"/>
        <a:ext cx="2864531" cy="429679"/>
      </dsp:txXfrm>
    </dsp:sp>
    <dsp:sp modelId="{09F79706-D85E-44DE-AAAB-04BAA2C48344}">
      <dsp:nvSpPr>
        <dsp:cNvPr id="0" name=""/>
        <dsp:cNvSpPr/>
      </dsp:nvSpPr>
      <dsp:spPr>
        <a:xfrm>
          <a:off x="3369921" y="2207845"/>
          <a:ext cx="2864531" cy="6030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533400">
            <a:lnSpc>
              <a:spcPct val="100000"/>
            </a:lnSpc>
            <a:spcBef>
              <a:spcPct val="0"/>
            </a:spcBef>
            <a:spcAft>
              <a:spcPct val="35000"/>
            </a:spcAft>
            <a:buNone/>
          </a:pPr>
          <a:r>
            <a:rPr lang="en-IN" sz="1200" kern="1200"/>
            <a:t>Analyses attendance &amp; performance</a:t>
          </a:r>
          <a:endParaRPr lang="en-US" sz="1200" kern="1200"/>
        </a:p>
        <a:p>
          <a:pPr marL="0" lvl="0" indent="0" algn="l" defTabSz="533400">
            <a:lnSpc>
              <a:spcPct val="100000"/>
            </a:lnSpc>
            <a:spcBef>
              <a:spcPct val="0"/>
            </a:spcBef>
            <a:spcAft>
              <a:spcPct val="35000"/>
            </a:spcAft>
            <a:buNone/>
          </a:pPr>
          <a:r>
            <a:rPr lang="en-IN" sz="1200" kern="1200"/>
            <a:t>Enables early intervention</a:t>
          </a:r>
          <a:endParaRPr lang="en-US" sz="1200" kern="1200"/>
        </a:p>
      </dsp:txBody>
      <dsp:txXfrm>
        <a:off x="3369921" y="2207845"/>
        <a:ext cx="2864531" cy="603058"/>
      </dsp:txXfrm>
    </dsp:sp>
    <dsp:sp modelId="{D05EEE18-E0F7-4CD2-9BE4-D03C36E85721}">
      <dsp:nvSpPr>
        <dsp:cNvPr id="0" name=""/>
        <dsp:cNvSpPr/>
      </dsp:nvSpPr>
      <dsp:spPr>
        <a:xfrm>
          <a:off x="6735746" y="638733"/>
          <a:ext cx="1002585" cy="100258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A87A661-FB95-4376-94F0-4988682CA38C}">
      <dsp:nvSpPr>
        <dsp:cNvPr id="0" name=""/>
        <dsp:cNvSpPr/>
      </dsp:nvSpPr>
      <dsp:spPr>
        <a:xfrm>
          <a:off x="6735746" y="1734722"/>
          <a:ext cx="2864531" cy="429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defRPr b="1"/>
          </a:pPr>
          <a:r>
            <a:rPr lang="en-IN" sz="1600" b="1" kern="1200"/>
            <a:t>Personalized Tutoring</a:t>
          </a:r>
          <a:endParaRPr lang="en-US" sz="1600" kern="1200"/>
        </a:p>
      </dsp:txBody>
      <dsp:txXfrm>
        <a:off x="6735746" y="1734722"/>
        <a:ext cx="2864531" cy="429679"/>
      </dsp:txXfrm>
    </dsp:sp>
    <dsp:sp modelId="{E9D100D9-D01C-4FF7-A4E3-C4AEF6966DC0}">
      <dsp:nvSpPr>
        <dsp:cNvPr id="0" name=""/>
        <dsp:cNvSpPr/>
      </dsp:nvSpPr>
      <dsp:spPr>
        <a:xfrm>
          <a:off x="6735746" y="2207845"/>
          <a:ext cx="2864531" cy="6030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533400">
            <a:lnSpc>
              <a:spcPct val="100000"/>
            </a:lnSpc>
            <a:spcBef>
              <a:spcPct val="0"/>
            </a:spcBef>
            <a:spcAft>
              <a:spcPct val="35000"/>
            </a:spcAft>
            <a:buNone/>
          </a:pPr>
          <a:r>
            <a:rPr lang="en-IN" sz="1200" kern="1200"/>
            <a:t>Recommends study materials based on learning patterns</a:t>
          </a:r>
          <a:endParaRPr lang="en-US" sz="1200" kern="1200"/>
        </a:p>
        <a:p>
          <a:pPr marL="0" lvl="0" indent="0" algn="l" defTabSz="533400">
            <a:lnSpc>
              <a:spcPct val="100000"/>
            </a:lnSpc>
            <a:spcBef>
              <a:spcPct val="0"/>
            </a:spcBef>
            <a:spcAft>
              <a:spcPct val="35000"/>
            </a:spcAft>
            <a:buNone/>
          </a:pPr>
          <a:r>
            <a:rPr lang="en-IN" sz="1200" kern="1200"/>
            <a:t>Improves academic outcomes</a:t>
          </a:r>
          <a:endParaRPr lang="en-US" sz="1200" kern="1200"/>
        </a:p>
      </dsp:txBody>
      <dsp:txXfrm>
        <a:off x="6735746" y="2207845"/>
        <a:ext cx="2864531" cy="60305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2D9D56-A135-4B3D-999E-EDCD95CFF4DB}">
      <dsp:nvSpPr>
        <dsp:cNvPr id="0" name=""/>
        <dsp:cNvSpPr/>
      </dsp:nvSpPr>
      <dsp:spPr>
        <a:xfrm>
          <a:off x="0" y="70861"/>
          <a:ext cx="5913437" cy="2217442"/>
        </a:xfrm>
        <a:prstGeom prst="roundRect">
          <a:avLst/>
        </a:prstGeom>
        <a:gradFill rotWithShape="0">
          <a:gsLst>
            <a:gs pos="0">
              <a:schemeClr val="accent2">
                <a:hueOff val="0"/>
                <a:satOff val="0"/>
                <a:lumOff val="0"/>
                <a:alphaOff val="0"/>
                <a:tint val="98000"/>
                <a:satMod val="110000"/>
                <a:lumMod val="104000"/>
              </a:schemeClr>
            </a:gs>
            <a:gs pos="69000">
              <a:schemeClr val="accent2">
                <a:hueOff val="0"/>
                <a:satOff val="0"/>
                <a:lumOff val="0"/>
                <a:alphaOff val="0"/>
                <a:shade val="88000"/>
                <a:satMod val="130000"/>
                <a:lumMod val="92000"/>
              </a:schemeClr>
            </a:gs>
            <a:gs pos="100000">
              <a:schemeClr val="accent2">
                <a:hueOff val="0"/>
                <a:satOff val="0"/>
                <a:lumOff val="0"/>
                <a:alphaOff val="0"/>
                <a:shade val="78000"/>
                <a:satMod val="130000"/>
                <a:lumMod val="92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IN" sz="2100" b="1" kern="1200" dirty="0"/>
            <a:t>What is Data Collection?</a:t>
          </a:r>
          <a:br>
            <a:rPr lang="en-IN" sz="2100" kern="1200" dirty="0"/>
          </a:br>
          <a:r>
            <a:rPr lang="en-IN" sz="2100" kern="1200" dirty="0"/>
            <a:t>The process of:</a:t>
          </a:r>
          <a:br>
            <a:rPr lang="en-IN" sz="2100" kern="1200" dirty="0"/>
          </a:br>
          <a:r>
            <a:rPr lang="en-IN" sz="2100" kern="1200" dirty="0"/>
            <a:t>✅ Gathering</a:t>
          </a:r>
          <a:br>
            <a:rPr lang="en-IN" sz="2100" kern="1200" dirty="0"/>
          </a:br>
          <a:r>
            <a:rPr lang="en-IN" sz="2100" kern="1200" dirty="0"/>
            <a:t>✅ Measuring</a:t>
          </a:r>
          <a:br>
            <a:rPr lang="en-IN" sz="2100" kern="1200" dirty="0"/>
          </a:br>
          <a:r>
            <a:rPr lang="en-IN" sz="2100" kern="1200" dirty="0"/>
            <a:t>✅ Analysing information from various sources</a:t>
          </a:r>
          <a:endParaRPr lang="en-US" sz="2100" kern="1200" dirty="0"/>
        </a:p>
      </dsp:txBody>
      <dsp:txXfrm>
        <a:off x="108247" y="179108"/>
        <a:ext cx="5696943" cy="2000948"/>
      </dsp:txXfrm>
    </dsp:sp>
    <dsp:sp modelId="{ED79C214-294A-49CA-BC1D-50A2F6D784AE}">
      <dsp:nvSpPr>
        <dsp:cNvPr id="0" name=""/>
        <dsp:cNvSpPr/>
      </dsp:nvSpPr>
      <dsp:spPr>
        <a:xfrm>
          <a:off x="0" y="2348784"/>
          <a:ext cx="5913437" cy="2217442"/>
        </a:xfrm>
        <a:prstGeom prst="roundRect">
          <a:avLst/>
        </a:prstGeom>
        <a:gradFill rotWithShape="0">
          <a:gsLst>
            <a:gs pos="0">
              <a:schemeClr val="accent2">
                <a:hueOff val="-3392975"/>
                <a:satOff val="11185"/>
                <a:lumOff val="11961"/>
                <a:alphaOff val="0"/>
                <a:tint val="98000"/>
                <a:satMod val="110000"/>
                <a:lumMod val="104000"/>
              </a:schemeClr>
            </a:gs>
            <a:gs pos="69000">
              <a:schemeClr val="accent2">
                <a:hueOff val="-3392975"/>
                <a:satOff val="11185"/>
                <a:lumOff val="11961"/>
                <a:alphaOff val="0"/>
                <a:shade val="88000"/>
                <a:satMod val="130000"/>
                <a:lumMod val="92000"/>
              </a:schemeClr>
            </a:gs>
            <a:gs pos="100000">
              <a:schemeClr val="accent2">
                <a:hueOff val="-3392975"/>
                <a:satOff val="11185"/>
                <a:lumOff val="11961"/>
                <a:alphaOff val="0"/>
                <a:shade val="78000"/>
                <a:satMod val="130000"/>
                <a:lumMod val="92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IN" sz="2100" b="1" kern="1200"/>
            <a:t>Why is it Important?</a:t>
          </a:r>
          <a:br>
            <a:rPr lang="en-IN" sz="2100" kern="1200"/>
          </a:br>
          <a:r>
            <a:rPr lang="en-IN" sz="2100" kern="1200"/>
            <a:t>Helps businesses with:</a:t>
          </a:r>
          <a:br>
            <a:rPr lang="en-IN" sz="2100" kern="1200"/>
          </a:br>
          <a:r>
            <a:rPr lang="en-IN" sz="2100" kern="1200"/>
            <a:t>📌 Customer Behaviour Analysis</a:t>
          </a:r>
          <a:br>
            <a:rPr lang="en-IN" sz="2100" kern="1200"/>
          </a:br>
          <a:r>
            <a:rPr lang="en-IN" sz="2100" kern="1200"/>
            <a:t>📌 Trend Forecasting</a:t>
          </a:r>
          <a:br>
            <a:rPr lang="en-IN" sz="2100" kern="1200"/>
          </a:br>
          <a:r>
            <a:rPr lang="en-IN" sz="2100" kern="1200"/>
            <a:t>📌 Inventory Management</a:t>
          </a:r>
          <a:br>
            <a:rPr lang="en-IN" sz="2100" kern="1200"/>
          </a:br>
          <a:r>
            <a:rPr lang="en-IN" sz="2100" kern="1200"/>
            <a:t>📌 Performance Evaluation</a:t>
          </a:r>
          <a:endParaRPr lang="en-US" sz="2100" kern="1200"/>
        </a:p>
      </dsp:txBody>
      <dsp:txXfrm>
        <a:off x="108247" y="2457031"/>
        <a:ext cx="5696943" cy="2000948"/>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54B0FD-F756-4FA8-A302-5EA7BE6515CB}">
      <dsp:nvSpPr>
        <dsp:cNvPr id="0" name=""/>
        <dsp:cNvSpPr/>
      </dsp:nvSpPr>
      <dsp:spPr>
        <a:xfrm>
          <a:off x="1508187" y="195221"/>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238DCF0-3A76-4990-AFBD-BD35738EB8CD}">
      <dsp:nvSpPr>
        <dsp:cNvPr id="0" name=""/>
        <dsp:cNvSpPr/>
      </dsp:nvSpPr>
      <dsp:spPr>
        <a:xfrm>
          <a:off x="104187" y="1838766"/>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IN" sz="1400" b="0" kern="1200" dirty="0"/>
            <a:t>After cleaning the data, Sarah’s team was able to generate reliable reports, identify best-selling products, adjust pricing strategies, and forecast demand accurately.</a:t>
          </a:r>
          <a:endParaRPr lang="en-US" sz="1400" b="0" kern="1200" dirty="0"/>
        </a:p>
      </dsp:txBody>
      <dsp:txXfrm>
        <a:off x="104187" y="1838766"/>
        <a:ext cx="4320000" cy="648000"/>
      </dsp:txXfrm>
    </dsp:sp>
    <dsp:sp modelId="{7BEBD85C-ED84-4AFB-873F-9611A13A7689}">
      <dsp:nvSpPr>
        <dsp:cNvPr id="0" name=""/>
        <dsp:cNvSpPr/>
      </dsp:nvSpPr>
      <dsp:spPr>
        <a:xfrm>
          <a:off x="104187" y="2547950"/>
          <a:ext cx="4320000" cy="706466"/>
        </a:xfrm>
        <a:prstGeom prst="rect">
          <a:avLst/>
        </a:prstGeom>
        <a:noFill/>
        <a:ln>
          <a:noFill/>
        </a:ln>
        <a:effectLst/>
      </dsp:spPr>
      <dsp:style>
        <a:lnRef idx="0">
          <a:scrgbClr r="0" g="0" b="0"/>
        </a:lnRef>
        <a:fillRef idx="0">
          <a:scrgbClr r="0" g="0" b="0"/>
        </a:fillRef>
        <a:effectRef idx="0">
          <a:scrgbClr r="0" g="0" b="0"/>
        </a:effectRef>
        <a:fontRef idx="minor"/>
      </dsp:style>
    </dsp:sp>
    <dsp:sp modelId="{2EDD263A-DF0E-452B-8EA2-96E5EAEAA59D}">
      <dsp:nvSpPr>
        <dsp:cNvPr id="0" name=""/>
        <dsp:cNvSpPr/>
      </dsp:nvSpPr>
      <dsp:spPr>
        <a:xfrm>
          <a:off x="6584187" y="195221"/>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C494264-5373-4B6E-94F3-270E9922C0FB}">
      <dsp:nvSpPr>
        <dsp:cNvPr id="0" name=""/>
        <dsp:cNvSpPr/>
      </dsp:nvSpPr>
      <dsp:spPr>
        <a:xfrm>
          <a:off x="5180187" y="1838766"/>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IN" sz="1400" kern="1200"/>
            <a:t>This led to</a:t>
          </a:r>
          <a:endParaRPr lang="en-US" sz="1400" kern="1200"/>
        </a:p>
      </dsp:txBody>
      <dsp:txXfrm>
        <a:off x="5180187" y="1838766"/>
        <a:ext cx="4320000" cy="648000"/>
      </dsp:txXfrm>
    </dsp:sp>
    <dsp:sp modelId="{3FC17854-DA8A-4228-A70E-29955F3588A0}">
      <dsp:nvSpPr>
        <dsp:cNvPr id="0" name=""/>
        <dsp:cNvSpPr/>
      </dsp:nvSpPr>
      <dsp:spPr>
        <a:xfrm>
          <a:off x="6380693" y="2072145"/>
          <a:ext cx="2278670" cy="706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pPr>
          <a:r>
            <a:rPr lang="en-IN" sz="1600" kern="1200" dirty="0"/>
            <a:t>Increase in revenue</a:t>
          </a:r>
          <a:endParaRPr lang="en-US" sz="1600" kern="1200" dirty="0"/>
        </a:p>
        <a:p>
          <a:pPr marL="0" lvl="0" indent="0" algn="l" defTabSz="711200">
            <a:lnSpc>
              <a:spcPct val="100000"/>
            </a:lnSpc>
            <a:spcBef>
              <a:spcPct val="0"/>
            </a:spcBef>
            <a:spcAft>
              <a:spcPct val="35000"/>
            </a:spcAft>
            <a:buNone/>
          </a:pPr>
          <a:r>
            <a:rPr lang="en-IN" sz="1600" kern="1200" dirty="0"/>
            <a:t>Better stock management.</a:t>
          </a:r>
          <a:endParaRPr lang="en-US" sz="1600" kern="1200" dirty="0"/>
        </a:p>
      </dsp:txBody>
      <dsp:txXfrm>
        <a:off x="6380693" y="2072145"/>
        <a:ext cx="2278670" cy="706466"/>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D66D59-60D3-43A1-B4B9-422A390B9935}">
      <dsp:nvSpPr>
        <dsp:cNvPr id="0" name=""/>
        <dsp:cNvSpPr/>
      </dsp:nvSpPr>
      <dsp:spPr>
        <a:xfrm>
          <a:off x="272315" y="0"/>
          <a:ext cx="1510523" cy="147255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30AE3CD-6E4A-46E0-8FC9-D8D7551AC219}">
      <dsp:nvSpPr>
        <dsp:cNvPr id="0" name=""/>
        <dsp:cNvSpPr/>
      </dsp:nvSpPr>
      <dsp:spPr>
        <a:xfrm>
          <a:off x="272315" y="1645040"/>
          <a:ext cx="4315781" cy="6310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600200">
            <a:lnSpc>
              <a:spcPct val="100000"/>
            </a:lnSpc>
            <a:spcBef>
              <a:spcPct val="0"/>
            </a:spcBef>
            <a:spcAft>
              <a:spcPct val="35000"/>
            </a:spcAft>
            <a:buNone/>
            <a:defRPr b="1"/>
          </a:pPr>
          <a:r>
            <a:rPr lang="en-US" sz="3600" b="1" kern="1200"/>
            <a:t>Advantages:</a:t>
          </a:r>
          <a:endParaRPr lang="en-US" sz="3600" kern="1200"/>
        </a:p>
      </dsp:txBody>
      <dsp:txXfrm>
        <a:off x="272315" y="1645040"/>
        <a:ext cx="4315781" cy="631093"/>
      </dsp:txXfrm>
    </dsp:sp>
    <dsp:sp modelId="{62A60A4F-786D-4447-9225-06FBF589FA12}">
      <dsp:nvSpPr>
        <dsp:cNvPr id="0" name=""/>
        <dsp:cNvSpPr/>
      </dsp:nvSpPr>
      <dsp:spPr>
        <a:xfrm>
          <a:off x="272315" y="2356361"/>
          <a:ext cx="4315781" cy="17584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a:t>Widely available and easy to use.</a:t>
          </a:r>
        </a:p>
        <a:p>
          <a:pPr marL="0" lvl="0" indent="0" algn="l" defTabSz="755650">
            <a:lnSpc>
              <a:spcPct val="100000"/>
            </a:lnSpc>
            <a:spcBef>
              <a:spcPct val="0"/>
            </a:spcBef>
            <a:spcAft>
              <a:spcPct val="35000"/>
            </a:spcAft>
            <a:buNone/>
          </a:pPr>
          <a:r>
            <a:rPr lang="en-US" sz="1700" kern="1200"/>
            <a:t>Simple charts and graphs for quick analysis.</a:t>
          </a:r>
        </a:p>
        <a:p>
          <a:pPr marL="0" lvl="0" indent="0" algn="l" defTabSz="755650">
            <a:lnSpc>
              <a:spcPct val="100000"/>
            </a:lnSpc>
            <a:spcBef>
              <a:spcPct val="0"/>
            </a:spcBef>
            <a:spcAft>
              <a:spcPct val="35000"/>
            </a:spcAft>
            <a:buNone/>
          </a:pPr>
          <a:r>
            <a:rPr lang="en-US" sz="1700" kern="1200"/>
            <a:t>Integration with Microsoft Office for seamless reporting.</a:t>
          </a:r>
        </a:p>
        <a:p>
          <a:pPr marL="0" lvl="0" indent="0" algn="l" defTabSz="755650">
            <a:lnSpc>
              <a:spcPct val="100000"/>
            </a:lnSpc>
            <a:spcBef>
              <a:spcPct val="0"/>
            </a:spcBef>
            <a:spcAft>
              <a:spcPct val="35000"/>
            </a:spcAft>
            <a:buNone/>
          </a:pPr>
          <a:r>
            <a:rPr lang="en-US" sz="1700" kern="1200"/>
            <a:t>Pivot tables and conditional formatting enhance visual insights.</a:t>
          </a:r>
        </a:p>
      </dsp:txBody>
      <dsp:txXfrm>
        <a:off x="272315" y="2356361"/>
        <a:ext cx="4315781" cy="1758438"/>
      </dsp:txXfrm>
    </dsp:sp>
    <dsp:sp modelId="{1AF1B893-BF99-4EC5-9F45-EE1F6D7AA31D}">
      <dsp:nvSpPr>
        <dsp:cNvPr id="0" name=""/>
        <dsp:cNvSpPr/>
      </dsp:nvSpPr>
      <dsp:spPr>
        <a:xfrm>
          <a:off x="5343358" y="0"/>
          <a:ext cx="1510523" cy="147255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E7E16A1-4B7C-4004-9136-D675C7C5A333}">
      <dsp:nvSpPr>
        <dsp:cNvPr id="0" name=""/>
        <dsp:cNvSpPr/>
      </dsp:nvSpPr>
      <dsp:spPr>
        <a:xfrm>
          <a:off x="5343358" y="1645040"/>
          <a:ext cx="4315781" cy="6310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600200">
            <a:lnSpc>
              <a:spcPct val="100000"/>
            </a:lnSpc>
            <a:spcBef>
              <a:spcPct val="0"/>
            </a:spcBef>
            <a:spcAft>
              <a:spcPct val="35000"/>
            </a:spcAft>
            <a:buNone/>
            <a:defRPr b="1"/>
          </a:pPr>
          <a:r>
            <a:rPr lang="en-US" sz="3600" b="1" kern="1200"/>
            <a:t>Disadvantages:</a:t>
          </a:r>
          <a:endParaRPr lang="en-US" sz="3600" kern="1200"/>
        </a:p>
      </dsp:txBody>
      <dsp:txXfrm>
        <a:off x="5343358" y="1645040"/>
        <a:ext cx="4315781" cy="631093"/>
      </dsp:txXfrm>
    </dsp:sp>
    <dsp:sp modelId="{71FFB98B-32B5-4CD3-8CD3-3349EBB6275E}">
      <dsp:nvSpPr>
        <dsp:cNvPr id="0" name=""/>
        <dsp:cNvSpPr/>
      </dsp:nvSpPr>
      <dsp:spPr>
        <a:xfrm>
          <a:off x="5343358" y="2356361"/>
          <a:ext cx="4315781" cy="17584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a:t>Limited advanced visualization capabilities.</a:t>
          </a:r>
        </a:p>
        <a:p>
          <a:pPr marL="0" lvl="0" indent="0" algn="l" defTabSz="755650">
            <a:lnSpc>
              <a:spcPct val="100000"/>
            </a:lnSpc>
            <a:spcBef>
              <a:spcPct val="0"/>
            </a:spcBef>
            <a:spcAft>
              <a:spcPct val="35000"/>
            </a:spcAft>
            <a:buNone/>
          </a:pPr>
          <a:r>
            <a:rPr lang="en-US" sz="1700" kern="1200"/>
            <a:t>Not ideal for handling large datasets efficiently.</a:t>
          </a:r>
        </a:p>
        <a:p>
          <a:pPr marL="0" lvl="0" indent="0" algn="l" defTabSz="755650">
            <a:lnSpc>
              <a:spcPct val="100000"/>
            </a:lnSpc>
            <a:spcBef>
              <a:spcPct val="0"/>
            </a:spcBef>
            <a:spcAft>
              <a:spcPct val="35000"/>
            </a:spcAft>
            <a:buNone/>
          </a:pPr>
          <a:r>
            <a:rPr lang="en-US" sz="1700" kern="1200"/>
            <a:t>No interactive dashboards.</a:t>
          </a:r>
        </a:p>
        <a:p>
          <a:pPr marL="0" lvl="0" indent="0" algn="l" defTabSz="755650">
            <a:lnSpc>
              <a:spcPct val="100000"/>
            </a:lnSpc>
            <a:spcBef>
              <a:spcPct val="0"/>
            </a:spcBef>
            <a:spcAft>
              <a:spcPct val="35000"/>
            </a:spcAft>
            <a:buNone/>
          </a:pPr>
          <a:r>
            <a:rPr lang="en-US" sz="1700" kern="1200"/>
            <a:t>Performance issues with complex visualizations.</a:t>
          </a:r>
        </a:p>
      </dsp:txBody>
      <dsp:txXfrm>
        <a:off x="5343358" y="2356361"/>
        <a:ext cx="4315781" cy="1758438"/>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E6061D-3E23-4C35-A607-03898B0EB00E}">
      <dsp:nvSpPr>
        <dsp:cNvPr id="0" name=""/>
        <dsp:cNvSpPr/>
      </dsp:nvSpPr>
      <dsp:spPr>
        <a:xfrm>
          <a:off x="91952" y="48761"/>
          <a:ext cx="1510523" cy="149118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CFA0F99-0FAC-414C-ACEA-2B79A30F503A}">
      <dsp:nvSpPr>
        <dsp:cNvPr id="0" name=""/>
        <dsp:cNvSpPr/>
      </dsp:nvSpPr>
      <dsp:spPr>
        <a:xfrm>
          <a:off x="91944" y="1715405"/>
          <a:ext cx="4315781" cy="639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600200">
            <a:lnSpc>
              <a:spcPct val="100000"/>
            </a:lnSpc>
            <a:spcBef>
              <a:spcPct val="0"/>
            </a:spcBef>
            <a:spcAft>
              <a:spcPct val="35000"/>
            </a:spcAft>
            <a:buNone/>
            <a:defRPr b="1"/>
          </a:pPr>
          <a:r>
            <a:rPr lang="en-US" sz="3600" b="1" kern="1200" dirty="0"/>
            <a:t>Advantages:</a:t>
          </a:r>
          <a:endParaRPr lang="en-US" sz="3600" kern="1200" dirty="0"/>
        </a:p>
      </dsp:txBody>
      <dsp:txXfrm>
        <a:off x="91944" y="1715405"/>
        <a:ext cx="4315781" cy="639081"/>
      </dsp:txXfrm>
    </dsp:sp>
    <dsp:sp modelId="{5EC47DD6-E71F-453E-86E7-D37025D7890C}">
      <dsp:nvSpPr>
        <dsp:cNvPr id="0" name=""/>
        <dsp:cNvSpPr/>
      </dsp:nvSpPr>
      <dsp:spPr>
        <a:xfrm>
          <a:off x="91944" y="2387322"/>
          <a:ext cx="4315781" cy="17457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dirty="0"/>
            <a:t>Strong integration with Microsoft ecosystem.</a:t>
          </a:r>
        </a:p>
        <a:p>
          <a:pPr marL="0" lvl="0" indent="0" algn="l" defTabSz="755650">
            <a:lnSpc>
              <a:spcPct val="100000"/>
            </a:lnSpc>
            <a:spcBef>
              <a:spcPct val="0"/>
            </a:spcBef>
            <a:spcAft>
              <a:spcPct val="35000"/>
            </a:spcAft>
            <a:buNone/>
          </a:pPr>
          <a:r>
            <a:rPr lang="en-US" sz="1700" kern="1200" dirty="0"/>
            <a:t>Interactive dashboards and real-time data visualization.</a:t>
          </a:r>
        </a:p>
        <a:p>
          <a:pPr marL="0" lvl="0" indent="0" algn="l" defTabSz="755650">
            <a:lnSpc>
              <a:spcPct val="100000"/>
            </a:lnSpc>
            <a:spcBef>
              <a:spcPct val="0"/>
            </a:spcBef>
            <a:spcAft>
              <a:spcPct val="35000"/>
            </a:spcAft>
            <a:buNone/>
          </a:pPr>
          <a:r>
            <a:rPr lang="en-US" sz="1700" kern="1200" dirty="0"/>
            <a:t>AI-powered insights and advanced DAX calculations.</a:t>
          </a:r>
        </a:p>
        <a:p>
          <a:pPr marL="0" lvl="0" indent="0" algn="l" defTabSz="755650">
            <a:lnSpc>
              <a:spcPct val="100000"/>
            </a:lnSpc>
            <a:spcBef>
              <a:spcPct val="0"/>
            </a:spcBef>
            <a:spcAft>
              <a:spcPct val="35000"/>
            </a:spcAft>
            <a:buNone/>
          </a:pPr>
          <a:r>
            <a:rPr lang="en-US" sz="1700" kern="1200"/>
            <a:t>Handles large datasets efficiently.</a:t>
          </a:r>
        </a:p>
      </dsp:txBody>
      <dsp:txXfrm>
        <a:off x="91944" y="2387322"/>
        <a:ext cx="4315781" cy="1745765"/>
      </dsp:txXfrm>
    </dsp:sp>
    <dsp:sp modelId="{0F8473F1-C0DC-4B75-8182-0DF554543A1E}">
      <dsp:nvSpPr>
        <dsp:cNvPr id="0" name=""/>
        <dsp:cNvSpPr/>
      </dsp:nvSpPr>
      <dsp:spPr>
        <a:xfrm>
          <a:off x="5723822" y="0"/>
          <a:ext cx="1510523" cy="149118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F2FDB71-AD8E-43AD-8ADB-904517E8A655}">
      <dsp:nvSpPr>
        <dsp:cNvPr id="0" name=""/>
        <dsp:cNvSpPr/>
      </dsp:nvSpPr>
      <dsp:spPr>
        <a:xfrm>
          <a:off x="5723822" y="1666637"/>
          <a:ext cx="4315781" cy="639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600200">
            <a:lnSpc>
              <a:spcPct val="100000"/>
            </a:lnSpc>
            <a:spcBef>
              <a:spcPct val="0"/>
            </a:spcBef>
            <a:spcAft>
              <a:spcPct val="35000"/>
            </a:spcAft>
            <a:buNone/>
            <a:defRPr b="1"/>
          </a:pPr>
          <a:r>
            <a:rPr lang="en-US" sz="3600" b="1" kern="1200"/>
            <a:t>Disadvantages:</a:t>
          </a:r>
          <a:endParaRPr lang="en-US" sz="3600" kern="1200"/>
        </a:p>
      </dsp:txBody>
      <dsp:txXfrm>
        <a:off x="5723822" y="1666637"/>
        <a:ext cx="4315781" cy="639081"/>
      </dsp:txXfrm>
    </dsp:sp>
    <dsp:sp modelId="{03144B94-F7D5-4E06-AB28-F8796995CCAB}">
      <dsp:nvSpPr>
        <dsp:cNvPr id="0" name=""/>
        <dsp:cNvSpPr/>
      </dsp:nvSpPr>
      <dsp:spPr>
        <a:xfrm>
          <a:off x="5723822" y="2387322"/>
          <a:ext cx="4315781" cy="17457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a:t>Requires Power BI Pro for sharing reports.</a:t>
          </a:r>
        </a:p>
        <a:p>
          <a:pPr marL="0" lvl="0" indent="0" algn="l" defTabSz="755650">
            <a:lnSpc>
              <a:spcPct val="100000"/>
            </a:lnSpc>
            <a:spcBef>
              <a:spcPct val="0"/>
            </a:spcBef>
            <a:spcAft>
              <a:spcPct val="35000"/>
            </a:spcAft>
            <a:buNone/>
          </a:pPr>
          <a:r>
            <a:rPr lang="en-US" sz="1700" kern="1200"/>
            <a:t>Steeper learning curve for advanced features.</a:t>
          </a:r>
        </a:p>
        <a:p>
          <a:pPr marL="0" lvl="0" indent="0" algn="l" defTabSz="755650">
            <a:lnSpc>
              <a:spcPct val="100000"/>
            </a:lnSpc>
            <a:spcBef>
              <a:spcPct val="0"/>
            </a:spcBef>
            <a:spcAft>
              <a:spcPct val="35000"/>
            </a:spcAft>
            <a:buNone/>
          </a:pPr>
          <a:r>
            <a:rPr lang="en-US" sz="1700" kern="1200"/>
            <a:t>Less customization compared to Tableau.</a:t>
          </a:r>
        </a:p>
        <a:p>
          <a:pPr marL="0" lvl="0" indent="0" algn="l" defTabSz="755650">
            <a:lnSpc>
              <a:spcPct val="100000"/>
            </a:lnSpc>
            <a:spcBef>
              <a:spcPct val="0"/>
            </a:spcBef>
            <a:spcAft>
              <a:spcPct val="35000"/>
            </a:spcAft>
            <a:buNone/>
          </a:pPr>
          <a:r>
            <a:rPr lang="en-US" sz="1700" kern="1200"/>
            <a:t>Cloud dependency for full functionality.</a:t>
          </a:r>
        </a:p>
      </dsp:txBody>
      <dsp:txXfrm>
        <a:off x="5723822" y="2387322"/>
        <a:ext cx="4315781" cy="1745765"/>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367E86-8F6E-425A-9710-F57DDB283B61}">
      <dsp:nvSpPr>
        <dsp:cNvPr id="0" name=""/>
        <dsp:cNvSpPr/>
      </dsp:nvSpPr>
      <dsp:spPr>
        <a:xfrm>
          <a:off x="147675" y="0"/>
          <a:ext cx="1510523" cy="136856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A00490D-DDF7-476D-BC91-F1BED5C58A02}">
      <dsp:nvSpPr>
        <dsp:cNvPr id="0" name=""/>
        <dsp:cNvSpPr/>
      </dsp:nvSpPr>
      <dsp:spPr>
        <a:xfrm>
          <a:off x="147704" y="1529589"/>
          <a:ext cx="4315781" cy="5865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600200">
            <a:lnSpc>
              <a:spcPct val="100000"/>
            </a:lnSpc>
            <a:spcBef>
              <a:spcPct val="0"/>
            </a:spcBef>
            <a:spcAft>
              <a:spcPct val="35000"/>
            </a:spcAft>
            <a:buNone/>
            <a:defRPr b="1"/>
          </a:pPr>
          <a:r>
            <a:rPr lang="en-US" sz="3600" b="1" kern="1200" dirty="0"/>
            <a:t>Advantages:</a:t>
          </a:r>
          <a:endParaRPr lang="en-US" sz="3600" kern="1200" dirty="0"/>
        </a:p>
      </dsp:txBody>
      <dsp:txXfrm>
        <a:off x="147704" y="1529589"/>
        <a:ext cx="4315781" cy="586529"/>
      </dsp:txXfrm>
    </dsp:sp>
    <dsp:sp modelId="{20DB4837-A8C5-41F0-AEAA-C3F463C22105}">
      <dsp:nvSpPr>
        <dsp:cNvPr id="0" name=""/>
        <dsp:cNvSpPr/>
      </dsp:nvSpPr>
      <dsp:spPr>
        <a:xfrm>
          <a:off x="147704" y="2191013"/>
          <a:ext cx="4315781" cy="19420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a:t>Cloud-based with strong Google Cloud integration.</a:t>
          </a:r>
          <a:endParaRPr lang="en-US" sz="1700" kern="1200" dirty="0"/>
        </a:p>
        <a:p>
          <a:pPr marL="0" lvl="0" indent="0" algn="l" defTabSz="755650">
            <a:lnSpc>
              <a:spcPct val="100000"/>
            </a:lnSpc>
            <a:spcBef>
              <a:spcPct val="0"/>
            </a:spcBef>
            <a:spcAft>
              <a:spcPct val="35000"/>
            </a:spcAft>
            <a:buNone/>
          </a:pPr>
          <a:r>
            <a:rPr lang="en-US" sz="1700" kern="1200"/>
            <a:t>Strong data governance and security.</a:t>
          </a:r>
        </a:p>
        <a:p>
          <a:pPr marL="0" lvl="0" indent="0" algn="l" defTabSz="755650">
            <a:lnSpc>
              <a:spcPct val="100000"/>
            </a:lnSpc>
            <a:spcBef>
              <a:spcPct val="0"/>
            </a:spcBef>
            <a:spcAft>
              <a:spcPct val="35000"/>
            </a:spcAft>
            <a:buNone/>
          </a:pPr>
          <a:r>
            <a:rPr lang="en-US" sz="1700" kern="1200"/>
            <a:t>Advanced SQL-based modeling (LookML) for customization.</a:t>
          </a:r>
        </a:p>
        <a:p>
          <a:pPr marL="0" lvl="0" indent="0" algn="l" defTabSz="755650">
            <a:lnSpc>
              <a:spcPct val="100000"/>
            </a:lnSpc>
            <a:spcBef>
              <a:spcPct val="0"/>
            </a:spcBef>
            <a:spcAft>
              <a:spcPct val="35000"/>
            </a:spcAft>
            <a:buNone/>
          </a:pPr>
          <a:r>
            <a:rPr lang="en-IN" sz="1700" kern="1200" dirty="0"/>
            <a:t>Interactive and collaborative reporting.</a:t>
          </a:r>
        </a:p>
        <a:p>
          <a:pPr marL="0" lvl="0" indent="0" algn="l" defTabSz="755650">
            <a:lnSpc>
              <a:spcPct val="100000"/>
            </a:lnSpc>
            <a:spcBef>
              <a:spcPct val="0"/>
            </a:spcBef>
            <a:spcAft>
              <a:spcPct val="35000"/>
            </a:spcAft>
            <a:buNone/>
          </a:pPr>
          <a:endParaRPr lang="en-US" sz="1700" kern="1200" dirty="0"/>
        </a:p>
      </dsp:txBody>
      <dsp:txXfrm>
        <a:off x="147704" y="2191013"/>
        <a:ext cx="4315781" cy="1942074"/>
      </dsp:txXfrm>
    </dsp:sp>
    <dsp:sp modelId="{484B10B0-F9A2-426D-90B6-276694C3E4C8}">
      <dsp:nvSpPr>
        <dsp:cNvPr id="0" name=""/>
        <dsp:cNvSpPr/>
      </dsp:nvSpPr>
      <dsp:spPr>
        <a:xfrm>
          <a:off x="5723822" y="0"/>
          <a:ext cx="1510523" cy="136856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DCF8FD2-8888-4CC4-9C2B-3BE34E029D86}">
      <dsp:nvSpPr>
        <dsp:cNvPr id="0" name=""/>
        <dsp:cNvSpPr/>
      </dsp:nvSpPr>
      <dsp:spPr>
        <a:xfrm>
          <a:off x="5723822" y="1529589"/>
          <a:ext cx="4315781" cy="5865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600200">
            <a:lnSpc>
              <a:spcPct val="100000"/>
            </a:lnSpc>
            <a:spcBef>
              <a:spcPct val="0"/>
            </a:spcBef>
            <a:spcAft>
              <a:spcPct val="35000"/>
            </a:spcAft>
            <a:buNone/>
            <a:defRPr b="1"/>
          </a:pPr>
          <a:r>
            <a:rPr lang="en-US" sz="3600" b="1" kern="1200"/>
            <a:t>Disadvantages:</a:t>
          </a:r>
          <a:endParaRPr lang="en-US" sz="3600" kern="1200"/>
        </a:p>
      </dsp:txBody>
      <dsp:txXfrm>
        <a:off x="5723822" y="1529589"/>
        <a:ext cx="4315781" cy="586529"/>
      </dsp:txXfrm>
    </dsp:sp>
    <dsp:sp modelId="{BDE8C3D6-D298-4015-97FE-D327A3073C43}">
      <dsp:nvSpPr>
        <dsp:cNvPr id="0" name=""/>
        <dsp:cNvSpPr/>
      </dsp:nvSpPr>
      <dsp:spPr>
        <a:xfrm>
          <a:off x="5723822" y="2191013"/>
          <a:ext cx="4315781" cy="19420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a:t>Steep learning curve due to LookML.</a:t>
          </a:r>
          <a:endParaRPr lang="en-US" sz="1700" kern="1200" dirty="0"/>
        </a:p>
        <a:p>
          <a:pPr marL="0" lvl="0" indent="0" algn="l" defTabSz="755650">
            <a:lnSpc>
              <a:spcPct val="100000"/>
            </a:lnSpc>
            <a:spcBef>
              <a:spcPct val="0"/>
            </a:spcBef>
            <a:spcAft>
              <a:spcPct val="35000"/>
            </a:spcAft>
            <a:buNone/>
          </a:pPr>
          <a:r>
            <a:rPr lang="en-US" sz="1700" kern="1200"/>
            <a:t>Expensive compared to other BI tools.</a:t>
          </a:r>
        </a:p>
        <a:p>
          <a:pPr marL="0" lvl="0" indent="0" algn="l" defTabSz="755650">
            <a:lnSpc>
              <a:spcPct val="100000"/>
            </a:lnSpc>
            <a:spcBef>
              <a:spcPct val="0"/>
            </a:spcBef>
            <a:spcAft>
              <a:spcPct val="35000"/>
            </a:spcAft>
            <a:buNone/>
          </a:pPr>
          <a:r>
            <a:rPr lang="en-IN" sz="1700" kern="1200"/>
            <a:t>Limited offline capabilities.</a:t>
          </a:r>
        </a:p>
        <a:p>
          <a:pPr marL="0" lvl="0" indent="0" algn="l" defTabSz="755650">
            <a:lnSpc>
              <a:spcPct val="100000"/>
            </a:lnSpc>
            <a:spcBef>
              <a:spcPct val="0"/>
            </a:spcBef>
            <a:spcAft>
              <a:spcPct val="35000"/>
            </a:spcAft>
            <a:buNone/>
          </a:pPr>
          <a:r>
            <a:rPr lang="en-US" sz="1700" kern="1200" dirty="0"/>
            <a:t>Less intuitive compared to Power BI and Tableau.</a:t>
          </a:r>
        </a:p>
      </dsp:txBody>
      <dsp:txXfrm>
        <a:off x="5723822" y="2191013"/>
        <a:ext cx="4315781" cy="1942074"/>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367E86-8F6E-425A-9710-F57DDB283B61}">
      <dsp:nvSpPr>
        <dsp:cNvPr id="0" name=""/>
        <dsp:cNvSpPr/>
      </dsp:nvSpPr>
      <dsp:spPr>
        <a:xfrm>
          <a:off x="147675" y="0"/>
          <a:ext cx="1510523" cy="136856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A00490D-DDF7-476D-BC91-F1BED5C58A02}">
      <dsp:nvSpPr>
        <dsp:cNvPr id="0" name=""/>
        <dsp:cNvSpPr/>
      </dsp:nvSpPr>
      <dsp:spPr>
        <a:xfrm>
          <a:off x="147704" y="1529589"/>
          <a:ext cx="4315781" cy="5865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600200">
            <a:lnSpc>
              <a:spcPct val="100000"/>
            </a:lnSpc>
            <a:spcBef>
              <a:spcPct val="0"/>
            </a:spcBef>
            <a:spcAft>
              <a:spcPct val="35000"/>
            </a:spcAft>
            <a:buNone/>
            <a:defRPr b="1"/>
          </a:pPr>
          <a:r>
            <a:rPr lang="en-US" sz="3600" b="1" kern="1200" dirty="0"/>
            <a:t>Advantages:</a:t>
          </a:r>
          <a:endParaRPr lang="en-US" sz="3600" kern="1200" dirty="0"/>
        </a:p>
      </dsp:txBody>
      <dsp:txXfrm>
        <a:off x="147704" y="1529589"/>
        <a:ext cx="4315781" cy="586529"/>
      </dsp:txXfrm>
    </dsp:sp>
    <dsp:sp modelId="{20DB4837-A8C5-41F0-AEAA-C3F463C22105}">
      <dsp:nvSpPr>
        <dsp:cNvPr id="0" name=""/>
        <dsp:cNvSpPr/>
      </dsp:nvSpPr>
      <dsp:spPr>
        <a:xfrm>
          <a:off x="147704" y="2191013"/>
          <a:ext cx="4315781" cy="19420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a:t>Highly interactive and customizable visualizations.</a:t>
          </a:r>
          <a:endParaRPr lang="en-US" sz="1700" kern="1200" dirty="0"/>
        </a:p>
        <a:p>
          <a:pPr marL="0" lvl="0" indent="0" algn="l" defTabSz="755650">
            <a:lnSpc>
              <a:spcPct val="100000"/>
            </a:lnSpc>
            <a:spcBef>
              <a:spcPct val="0"/>
            </a:spcBef>
            <a:spcAft>
              <a:spcPct val="35000"/>
            </a:spcAft>
            <a:buNone/>
          </a:pPr>
          <a:r>
            <a:rPr lang="en-US" sz="1700" kern="1200"/>
            <a:t>Drag-and-drop functionality for ease of use.</a:t>
          </a:r>
        </a:p>
        <a:p>
          <a:pPr marL="0" lvl="0" indent="0" algn="l" defTabSz="755650">
            <a:lnSpc>
              <a:spcPct val="100000"/>
            </a:lnSpc>
            <a:spcBef>
              <a:spcPct val="0"/>
            </a:spcBef>
            <a:spcAft>
              <a:spcPct val="35000"/>
            </a:spcAft>
            <a:buNone/>
          </a:pPr>
          <a:r>
            <a:rPr lang="en-US" sz="1700" kern="1200"/>
            <a:t>Strong support for real-time data and multiple data sources.</a:t>
          </a:r>
        </a:p>
        <a:p>
          <a:pPr marL="0" lvl="0" indent="0" algn="l" defTabSz="755650">
            <a:lnSpc>
              <a:spcPct val="100000"/>
            </a:lnSpc>
            <a:spcBef>
              <a:spcPct val="0"/>
            </a:spcBef>
            <a:spcAft>
              <a:spcPct val="35000"/>
            </a:spcAft>
            <a:buNone/>
          </a:pPr>
          <a:r>
            <a:rPr lang="en-US" sz="1700" kern="1200" dirty="0"/>
            <a:t>Advanced analytics and AI-driven insights.</a:t>
          </a:r>
        </a:p>
        <a:p>
          <a:pPr marL="0" lvl="0" indent="0" algn="l" defTabSz="755650">
            <a:lnSpc>
              <a:spcPct val="100000"/>
            </a:lnSpc>
            <a:spcBef>
              <a:spcPct val="0"/>
            </a:spcBef>
            <a:spcAft>
              <a:spcPct val="35000"/>
            </a:spcAft>
            <a:buNone/>
          </a:pPr>
          <a:endParaRPr lang="en-US" sz="1700" kern="1200" dirty="0"/>
        </a:p>
      </dsp:txBody>
      <dsp:txXfrm>
        <a:off x="147704" y="2191013"/>
        <a:ext cx="4315781" cy="1942074"/>
      </dsp:txXfrm>
    </dsp:sp>
    <dsp:sp modelId="{484B10B0-F9A2-426D-90B6-276694C3E4C8}">
      <dsp:nvSpPr>
        <dsp:cNvPr id="0" name=""/>
        <dsp:cNvSpPr/>
      </dsp:nvSpPr>
      <dsp:spPr>
        <a:xfrm>
          <a:off x="5723822" y="0"/>
          <a:ext cx="1510523" cy="136856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DCF8FD2-8888-4CC4-9C2B-3BE34E029D86}">
      <dsp:nvSpPr>
        <dsp:cNvPr id="0" name=""/>
        <dsp:cNvSpPr/>
      </dsp:nvSpPr>
      <dsp:spPr>
        <a:xfrm>
          <a:off x="5723822" y="1529589"/>
          <a:ext cx="4315781" cy="5865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600200">
            <a:lnSpc>
              <a:spcPct val="100000"/>
            </a:lnSpc>
            <a:spcBef>
              <a:spcPct val="0"/>
            </a:spcBef>
            <a:spcAft>
              <a:spcPct val="35000"/>
            </a:spcAft>
            <a:buNone/>
            <a:defRPr b="1"/>
          </a:pPr>
          <a:r>
            <a:rPr lang="en-US" sz="3600" b="1" kern="1200"/>
            <a:t>Disadvantages:</a:t>
          </a:r>
          <a:endParaRPr lang="en-US" sz="3600" kern="1200"/>
        </a:p>
      </dsp:txBody>
      <dsp:txXfrm>
        <a:off x="5723822" y="1529589"/>
        <a:ext cx="4315781" cy="586529"/>
      </dsp:txXfrm>
    </dsp:sp>
    <dsp:sp modelId="{BDE8C3D6-D298-4015-97FE-D327A3073C43}">
      <dsp:nvSpPr>
        <dsp:cNvPr id="0" name=""/>
        <dsp:cNvSpPr/>
      </dsp:nvSpPr>
      <dsp:spPr>
        <a:xfrm>
          <a:off x="5723822" y="2191013"/>
          <a:ext cx="4315781" cy="19420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IN" sz="1700" kern="1200"/>
            <a:t>Expensive licensing model.</a:t>
          </a:r>
          <a:endParaRPr lang="en-US" sz="1700" kern="1200" dirty="0"/>
        </a:p>
        <a:p>
          <a:pPr marL="0" lvl="0" indent="0" algn="l" defTabSz="755650">
            <a:lnSpc>
              <a:spcPct val="100000"/>
            </a:lnSpc>
            <a:spcBef>
              <a:spcPct val="0"/>
            </a:spcBef>
            <a:spcAft>
              <a:spcPct val="35000"/>
            </a:spcAft>
            <a:buNone/>
          </a:pPr>
          <a:r>
            <a:rPr lang="en-US" sz="1700" kern="1200"/>
            <a:t>Requires training for advanced functionality.</a:t>
          </a:r>
        </a:p>
        <a:p>
          <a:pPr marL="0" lvl="0" indent="0" algn="l" defTabSz="755650">
            <a:lnSpc>
              <a:spcPct val="100000"/>
            </a:lnSpc>
            <a:spcBef>
              <a:spcPct val="0"/>
            </a:spcBef>
            <a:spcAft>
              <a:spcPct val="35000"/>
            </a:spcAft>
            <a:buNone/>
          </a:pPr>
          <a:r>
            <a:rPr lang="en-US" sz="1700" kern="1200"/>
            <a:t>Performance issues with very large datasets.</a:t>
          </a:r>
        </a:p>
        <a:p>
          <a:pPr marL="0" lvl="0" indent="0" algn="l" defTabSz="755650">
            <a:lnSpc>
              <a:spcPct val="100000"/>
            </a:lnSpc>
            <a:spcBef>
              <a:spcPct val="0"/>
            </a:spcBef>
            <a:spcAft>
              <a:spcPct val="35000"/>
            </a:spcAft>
            <a:buNone/>
          </a:pPr>
          <a:r>
            <a:rPr lang="en-US" sz="1700" kern="1200" dirty="0"/>
            <a:t>Less seamless integration with Microsoft products compared to Power BI.</a:t>
          </a:r>
        </a:p>
      </dsp:txBody>
      <dsp:txXfrm>
        <a:off x="5723822" y="2191013"/>
        <a:ext cx="4315781" cy="1942074"/>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367E86-8F6E-425A-9710-F57DDB283B61}">
      <dsp:nvSpPr>
        <dsp:cNvPr id="0" name=""/>
        <dsp:cNvSpPr/>
      </dsp:nvSpPr>
      <dsp:spPr>
        <a:xfrm>
          <a:off x="147675" y="0"/>
          <a:ext cx="1510523" cy="136856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A00490D-DDF7-476D-BC91-F1BED5C58A02}">
      <dsp:nvSpPr>
        <dsp:cNvPr id="0" name=""/>
        <dsp:cNvSpPr/>
      </dsp:nvSpPr>
      <dsp:spPr>
        <a:xfrm>
          <a:off x="147704" y="1529589"/>
          <a:ext cx="4315781" cy="5865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600200">
            <a:lnSpc>
              <a:spcPct val="100000"/>
            </a:lnSpc>
            <a:spcBef>
              <a:spcPct val="0"/>
            </a:spcBef>
            <a:spcAft>
              <a:spcPct val="35000"/>
            </a:spcAft>
            <a:buNone/>
            <a:defRPr b="1"/>
          </a:pPr>
          <a:r>
            <a:rPr lang="en-US" sz="3600" b="1" kern="1200" dirty="0"/>
            <a:t>Advantages:</a:t>
          </a:r>
          <a:endParaRPr lang="en-US" sz="3600" kern="1200" dirty="0"/>
        </a:p>
      </dsp:txBody>
      <dsp:txXfrm>
        <a:off x="147704" y="1529589"/>
        <a:ext cx="4315781" cy="586529"/>
      </dsp:txXfrm>
    </dsp:sp>
    <dsp:sp modelId="{20DB4837-A8C5-41F0-AEAA-C3F463C22105}">
      <dsp:nvSpPr>
        <dsp:cNvPr id="0" name=""/>
        <dsp:cNvSpPr/>
      </dsp:nvSpPr>
      <dsp:spPr>
        <a:xfrm>
          <a:off x="147704" y="2191013"/>
          <a:ext cx="4315781" cy="19420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a:t>Highly customizable for complex data visualization.</a:t>
          </a:r>
          <a:endParaRPr lang="en-US" sz="1700" kern="1200" dirty="0"/>
        </a:p>
        <a:p>
          <a:pPr marL="0" lvl="0" indent="0" algn="l" defTabSz="755650">
            <a:lnSpc>
              <a:spcPct val="100000"/>
            </a:lnSpc>
            <a:spcBef>
              <a:spcPct val="0"/>
            </a:spcBef>
            <a:spcAft>
              <a:spcPct val="35000"/>
            </a:spcAft>
            <a:buNone/>
          </a:pPr>
          <a:r>
            <a:rPr lang="en-IN" sz="1700" kern="1200"/>
            <a:t>Open-source and free.</a:t>
          </a:r>
        </a:p>
        <a:p>
          <a:pPr marL="0" lvl="0" indent="0" algn="l" defTabSz="755650">
            <a:lnSpc>
              <a:spcPct val="100000"/>
            </a:lnSpc>
            <a:spcBef>
              <a:spcPct val="0"/>
            </a:spcBef>
            <a:spcAft>
              <a:spcPct val="35000"/>
            </a:spcAft>
            <a:buNone/>
          </a:pPr>
          <a:r>
            <a:rPr lang="en-US" sz="1700" kern="1200"/>
            <a:t>Supports interactive and static visualizations.</a:t>
          </a:r>
        </a:p>
        <a:p>
          <a:pPr marL="0" lvl="0" indent="0" algn="l" defTabSz="755650">
            <a:lnSpc>
              <a:spcPct val="100000"/>
            </a:lnSpc>
            <a:spcBef>
              <a:spcPct val="0"/>
            </a:spcBef>
            <a:spcAft>
              <a:spcPct val="35000"/>
            </a:spcAft>
            <a:buNone/>
          </a:pPr>
          <a:r>
            <a:rPr lang="en-US" sz="1700" kern="1200" dirty="0"/>
            <a:t>Suitable for advanced analytics and machine learning.</a:t>
          </a:r>
        </a:p>
        <a:p>
          <a:pPr marL="0" lvl="0" indent="0" algn="l" defTabSz="755650">
            <a:lnSpc>
              <a:spcPct val="100000"/>
            </a:lnSpc>
            <a:spcBef>
              <a:spcPct val="0"/>
            </a:spcBef>
            <a:spcAft>
              <a:spcPct val="35000"/>
            </a:spcAft>
            <a:buNone/>
          </a:pPr>
          <a:endParaRPr lang="en-US" sz="1700" kern="1200" dirty="0"/>
        </a:p>
      </dsp:txBody>
      <dsp:txXfrm>
        <a:off x="147704" y="2191013"/>
        <a:ext cx="4315781" cy="1942074"/>
      </dsp:txXfrm>
    </dsp:sp>
    <dsp:sp modelId="{484B10B0-F9A2-426D-90B6-276694C3E4C8}">
      <dsp:nvSpPr>
        <dsp:cNvPr id="0" name=""/>
        <dsp:cNvSpPr/>
      </dsp:nvSpPr>
      <dsp:spPr>
        <a:xfrm>
          <a:off x="5723822" y="0"/>
          <a:ext cx="1510523" cy="136856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DCF8FD2-8888-4CC4-9C2B-3BE34E029D86}">
      <dsp:nvSpPr>
        <dsp:cNvPr id="0" name=""/>
        <dsp:cNvSpPr/>
      </dsp:nvSpPr>
      <dsp:spPr>
        <a:xfrm>
          <a:off x="5723822" y="1529589"/>
          <a:ext cx="4315781" cy="5865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600200">
            <a:lnSpc>
              <a:spcPct val="100000"/>
            </a:lnSpc>
            <a:spcBef>
              <a:spcPct val="0"/>
            </a:spcBef>
            <a:spcAft>
              <a:spcPct val="35000"/>
            </a:spcAft>
            <a:buNone/>
            <a:defRPr b="1"/>
          </a:pPr>
          <a:r>
            <a:rPr lang="en-US" sz="3600" b="1" kern="1200"/>
            <a:t>Disadvantages:</a:t>
          </a:r>
          <a:endParaRPr lang="en-US" sz="3600" kern="1200"/>
        </a:p>
      </dsp:txBody>
      <dsp:txXfrm>
        <a:off x="5723822" y="1529589"/>
        <a:ext cx="4315781" cy="586529"/>
      </dsp:txXfrm>
    </dsp:sp>
    <dsp:sp modelId="{BDE8C3D6-D298-4015-97FE-D327A3073C43}">
      <dsp:nvSpPr>
        <dsp:cNvPr id="0" name=""/>
        <dsp:cNvSpPr/>
      </dsp:nvSpPr>
      <dsp:spPr>
        <a:xfrm>
          <a:off x="5723822" y="2191013"/>
          <a:ext cx="4315781" cy="19420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IN" sz="1700" kern="1200"/>
            <a:t>Requires programming knowledge (Python).</a:t>
          </a:r>
          <a:endParaRPr lang="en-US" sz="1700" kern="1200" dirty="0"/>
        </a:p>
        <a:p>
          <a:pPr marL="0" lvl="0" indent="0" algn="l" defTabSz="755650">
            <a:lnSpc>
              <a:spcPct val="100000"/>
            </a:lnSpc>
            <a:spcBef>
              <a:spcPct val="0"/>
            </a:spcBef>
            <a:spcAft>
              <a:spcPct val="35000"/>
            </a:spcAft>
            <a:buNone/>
          </a:pPr>
          <a:r>
            <a:rPr lang="en-IN" sz="1700" kern="1200"/>
            <a:t>No built-in drag-and-drop functionality.</a:t>
          </a:r>
        </a:p>
        <a:p>
          <a:pPr marL="0" lvl="0" indent="0" algn="l" defTabSz="755650">
            <a:lnSpc>
              <a:spcPct val="100000"/>
            </a:lnSpc>
            <a:spcBef>
              <a:spcPct val="0"/>
            </a:spcBef>
            <a:spcAft>
              <a:spcPct val="35000"/>
            </a:spcAft>
            <a:buNone/>
          </a:pPr>
          <a:r>
            <a:rPr lang="en-US" sz="1700" kern="1200"/>
            <a:t>Not as user-friendly as BI tools.</a:t>
          </a:r>
        </a:p>
        <a:p>
          <a:pPr marL="0" lvl="0" indent="0" algn="l" defTabSz="755650">
            <a:lnSpc>
              <a:spcPct val="100000"/>
            </a:lnSpc>
            <a:spcBef>
              <a:spcPct val="0"/>
            </a:spcBef>
            <a:spcAft>
              <a:spcPct val="35000"/>
            </a:spcAft>
            <a:buNone/>
          </a:pPr>
          <a:r>
            <a:rPr lang="en-US" sz="1700" kern="1200" dirty="0"/>
            <a:t>Requires additional libraries for dashboarding (e.g., Dash for </a:t>
          </a:r>
          <a:r>
            <a:rPr lang="en-US" sz="1700" kern="1200" dirty="0" err="1"/>
            <a:t>Plotly</a:t>
          </a:r>
          <a:r>
            <a:rPr lang="en-US" sz="1700" kern="1200" dirty="0"/>
            <a:t>).</a:t>
          </a:r>
        </a:p>
      </dsp:txBody>
      <dsp:txXfrm>
        <a:off x="5723822" y="2191013"/>
        <a:ext cx="4315781" cy="1942074"/>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1.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2.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3.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4.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1C5D07-D210-440B-8CB8-036E69B7639D}" type="datetimeFigureOut">
              <a:rPr lang="en-IN" smtClean="0"/>
              <a:t>17-02-2025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0EF5B6-8FAD-4D65-A9B4-AF3F3EF43CCE}" type="slidenum">
              <a:rPr lang="en-IN" smtClean="0"/>
              <a:t>‹#›</a:t>
            </a:fld>
            <a:endParaRPr lang="en-IN"/>
          </a:p>
        </p:txBody>
      </p:sp>
    </p:spTree>
    <p:extLst>
      <p:ext uri="{BB962C8B-B14F-4D97-AF65-F5344CB8AC3E}">
        <p14:creationId xmlns:p14="http://schemas.microsoft.com/office/powerpoint/2010/main" val="2620986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190EF5B6-8FAD-4D65-A9B4-AF3F3EF43CCE}" type="slidenum">
              <a:rPr lang="en-IN" smtClean="0"/>
              <a:t>1</a:t>
            </a:fld>
            <a:endParaRPr lang="en-IN"/>
          </a:p>
        </p:txBody>
      </p:sp>
    </p:spTree>
    <p:extLst>
      <p:ext uri="{BB962C8B-B14F-4D97-AF65-F5344CB8AC3E}">
        <p14:creationId xmlns:p14="http://schemas.microsoft.com/office/powerpoint/2010/main" val="8821111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A0FB942-19A0-411A-BA56-222DDC358B5F}" type="datetimeFigureOut">
              <a:rPr lang="en-IN" smtClean="0"/>
              <a:t>17-02-2025</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EC5F274C-5065-4A73-994B-1EB05A92EEEC}"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1311139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Char"/>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A0FB942-19A0-411A-BA56-222DDC358B5F}" type="datetimeFigureOut">
              <a:rPr lang="en-IN" smtClean="0"/>
              <a:t>17-02-2025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5F274C-5065-4A73-994B-1EB05A92EEEC}"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2213082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Char"/>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A0FB942-19A0-411A-BA56-222DDC358B5F}" type="datetimeFigureOut">
              <a:rPr lang="en-IN" smtClean="0"/>
              <a:t>17-02-2025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5F274C-5065-4A73-994B-1EB05A92EEEC}"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3096623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Char"/>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A0FB942-19A0-411A-BA56-222DDC358B5F}" type="datetimeFigureOut">
              <a:rPr lang="en-IN" smtClean="0"/>
              <a:t>17-02-2025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C5F274C-5065-4A73-994B-1EB05A92EEEC}"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7281846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Char"/>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A0FB942-19A0-411A-BA56-222DDC358B5F}" type="datetimeFigureOut">
              <a:rPr lang="en-IN" smtClean="0"/>
              <a:t>17-02-2025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C5F274C-5065-4A73-994B-1EB05A92EEEC}"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8003978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Char"/>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A0FB942-19A0-411A-BA56-222DDC358B5F}" type="datetimeFigureOut">
              <a:rPr lang="en-IN" smtClean="0"/>
              <a:t>17-02-2025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C5F274C-5065-4A73-994B-1EB05A92EEEC}"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3819940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Char"/>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A0FB942-19A0-411A-BA56-222DDC358B5F}" type="datetimeFigureOut">
              <a:rPr lang="en-IN" smtClean="0"/>
              <a:t>17-02-2025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C5F274C-5065-4A73-994B-1EB05A92EEEC}" type="slidenum">
              <a:rPr lang="en-IN" smtClean="0"/>
              <a:t>‹#›</a:t>
            </a:fld>
            <a:endParaRPr lang="en-IN"/>
          </a:p>
        </p:txBody>
      </p:sp>
    </p:spTree>
    <p:extLst>
      <p:ext uri="{BB962C8B-B14F-4D97-AF65-F5344CB8AC3E}">
        <p14:creationId xmlns:p14="http://schemas.microsoft.com/office/powerpoint/2010/main" val="419440208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Char"/>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A0FB942-19A0-411A-BA56-222DDC358B5F}" type="datetimeFigureOut">
              <a:rPr lang="en-IN" smtClean="0"/>
              <a:t>17-02-2025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C5F274C-5065-4A73-994B-1EB05A92EEEC}"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7634893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Char"/>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5A0FB942-19A0-411A-BA56-222DDC358B5F}" type="datetimeFigureOut">
              <a:rPr lang="en-IN" smtClean="0"/>
              <a:t>17-02-2025</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EC5F274C-5065-4A73-994B-1EB05A92EEEC}"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769188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Char"/>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A0FB942-19A0-411A-BA56-222DDC358B5F}" type="datetimeFigureOut">
              <a:rPr lang="en-IN" smtClean="0"/>
              <a:t>17-02-2025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5F274C-5065-4A73-994B-1EB05A92EEEC}"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5034376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Char"/>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A0FB942-19A0-411A-BA56-222DDC358B5F}" type="datetimeFigureOut">
              <a:rPr lang="en-IN" smtClean="0"/>
              <a:t>17-02-2025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5F274C-5065-4A73-994B-1EB05A92EEEC}"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1508676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Char"/>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5A0FB942-19A0-411A-BA56-222DDC358B5F}" type="datetimeFigureOut">
              <a:rPr lang="en-IN" smtClean="0"/>
              <a:t>17-02-2025</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EC5F274C-5065-4A73-994B-1EB05A92EEEC}"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5302899"/>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mc:AlternateContent xmlns:mc="http://schemas.openxmlformats.org/markup-compatibility/2006">
    <mc:Choice xmlns:p159="http://schemas.microsoft.com/office/powerpoint/2015/09/main" Requires="p159">
      <p:transition xmlns:p14="http://schemas.microsoft.com/office/powerpoint/2010/main" spd="slow" p14:dur="2000">
        <p159:morph option="byChar"/>
      </p:transition>
    </mc:Choice>
    <mc:Fallback>
      <p:transition spd="slow">
        <p:fade/>
      </p:transition>
    </mc:Fallback>
  </mc:AlternateConten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4.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1.jp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48.svg"/><Relationship Id="rId2" Type="http://schemas.openxmlformats.org/officeDocument/2006/relationships/image" Target="../media/image47.png"/><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17.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9.png"/><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18.xml.rels><?xml version="1.0" encoding="UTF-8" standalone="yes"?>
<Relationships xmlns="http://schemas.openxmlformats.org/package/2006/relationships"><Relationship Id="rId3" Type="http://schemas.openxmlformats.org/officeDocument/2006/relationships/image" Target="../media/image52.svg"/><Relationship Id="rId2" Type="http://schemas.openxmlformats.org/officeDocument/2006/relationships/image" Target="../media/image51.png"/><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19.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9.svg"/><Relationship Id="rId2" Type="http://schemas.openxmlformats.org/officeDocument/2006/relationships/image" Target="../media/image58.png"/><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2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1.jpg"/><Relationship Id="rId1" Type="http://schemas.openxmlformats.org/officeDocument/2006/relationships/slideLayout" Target="../slideLayouts/slideLayout6.xml"/><Relationship Id="rId4" Type="http://schemas.openxmlformats.org/officeDocument/2006/relationships/image" Target="../media/image61.svg"/></Relationships>
</file>

<file path=ppt/slides/_rels/slide26.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4.sv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6.sv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30.xml.rels><?xml version="1.0" encoding="UTF-8" standalone="yes"?>
<Relationships xmlns="http://schemas.openxmlformats.org/package/2006/relationships"><Relationship Id="rId3" Type="http://schemas.openxmlformats.org/officeDocument/2006/relationships/image" Target="../media/image71.sv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2.jpe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image" Target="../media/image73.png"/><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image" Target="../media/image74.png"/><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image" Target="../media/image77.png"/><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36.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image" Target="../media/image82.png"/><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37.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image" Target="../media/image83.jpg"/><Relationship Id="rId1" Type="http://schemas.openxmlformats.org/officeDocument/2006/relationships/slideLayout" Target="../slideLayouts/slideLayout2.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38.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86.jp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87.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91.svg"/><Relationship Id="rId2" Type="http://schemas.openxmlformats.org/officeDocument/2006/relationships/image" Target="../media/image90.png"/><Relationship Id="rId1" Type="http://schemas.openxmlformats.org/officeDocument/2006/relationships/slideLayout" Target="../slideLayouts/slideLayout6.xml"/><Relationship Id="rId4" Type="http://schemas.openxmlformats.org/officeDocument/2006/relationships/image" Target="../media/image1.jpg"/></Relationships>
</file>

<file path=ppt/slides/_rels/slide45.xml.rels><?xml version="1.0" encoding="UTF-8" standalone="yes"?>
<Relationships xmlns="http://schemas.openxmlformats.org/package/2006/relationships"><Relationship Id="rId2" Type="http://schemas.openxmlformats.org/officeDocument/2006/relationships/image" Target="../media/image92.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94.svg"/><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96.svg"/><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98.svg"/><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99.svg"/><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5513E21-21B0-48DB-8CF1-35E43B33A4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Digital financial graph">
            <a:extLst>
              <a:ext uri="{FF2B5EF4-FFF2-40B4-BE49-F238E27FC236}">
                <a16:creationId xmlns:a16="http://schemas.microsoft.com/office/drawing/2014/main" id="{0BD17BBC-11BC-64A1-4995-20C8D8F226F9}"/>
              </a:ext>
            </a:extLst>
          </p:cNvPr>
          <p:cNvPicPr>
            <a:picLocks noChangeAspect="1"/>
          </p:cNvPicPr>
          <p:nvPr/>
        </p:nvPicPr>
        <p:blipFill>
          <a:blip r:embed="rId3">
            <a:alphaModFix amt="50000"/>
          </a:blip>
          <a:srcRect l="3"/>
          <a:stretch/>
        </p:blipFill>
        <p:spPr>
          <a:xfrm>
            <a:off x="20" y="10"/>
            <a:ext cx="12191675" cy="6857990"/>
          </a:xfrm>
          <a:prstGeom prst="rect">
            <a:avLst/>
          </a:prstGeom>
        </p:spPr>
      </p:pic>
      <p:sp>
        <p:nvSpPr>
          <p:cNvPr id="2" name="Title 1">
            <a:extLst>
              <a:ext uri="{FF2B5EF4-FFF2-40B4-BE49-F238E27FC236}">
                <a16:creationId xmlns:a16="http://schemas.microsoft.com/office/drawing/2014/main" id="{B1BC0ECC-B9DE-F673-7EA8-98531E5F5A67}"/>
              </a:ext>
            </a:extLst>
          </p:cNvPr>
          <p:cNvSpPr>
            <a:spLocks noGrp="1"/>
          </p:cNvSpPr>
          <p:nvPr>
            <p:ph type="ctrTitle"/>
          </p:nvPr>
        </p:nvSpPr>
        <p:spPr>
          <a:xfrm>
            <a:off x="4976636" y="992221"/>
            <a:ext cx="6247308" cy="4873558"/>
          </a:xfrm>
        </p:spPr>
        <p:txBody>
          <a:bodyPr anchor="ctr">
            <a:normAutofit/>
          </a:bodyPr>
          <a:lstStyle/>
          <a:p>
            <a:r>
              <a:rPr lang="en-IN" sz="4800" dirty="0"/>
              <a:t>Data Fundamentals for Business Analysis</a:t>
            </a:r>
            <a:br>
              <a:rPr lang="en-IN" sz="4800" dirty="0"/>
            </a:br>
            <a:endParaRPr lang="en-IN" sz="4800" dirty="0"/>
          </a:p>
        </p:txBody>
      </p:sp>
      <p:sp>
        <p:nvSpPr>
          <p:cNvPr id="3" name="Subtitle 2">
            <a:extLst>
              <a:ext uri="{FF2B5EF4-FFF2-40B4-BE49-F238E27FC236}">
                <a16:creationId xmlns:a16="http://schemas.microsoft.com/office/drawing/2014/main" id="{EC529606-288E-CF41-BE2C-307D7196F7C6}"/>
              </a:ext>
            </a:extLst>
          </p:cNvPr>
          <p:cNvSpPr>
            <a:spLocks noGrp="1"/>
          </p:cNvSpPr>
          <p:nvPr>
            <p:ph type="subTitle" idx="1"/>
          </p:nvPr>
        </p:nvSpPr>
        <p:spPr>
          <a:xfrm>
            <a:off x="968056" y="996610"/>
            <a:ext cx="3363901" cy="4864780"/>
          </a:xfrm>
        </p:spPr>
        <p:txBody>
          <a:bodyPr anchor="ctr">
            <a:normAutofit/>
          </a:bodyPr>
          <a:lstStyle/>
          <a:p>
            <a:pPr algn="r"/>
            <a:r>
              <a:rPr lang="en-US" sz="2000"/>
              <a:t>Understanding Data as a Business Asset, Data Cleaning, and Visualization</a:t>
            </a:r>
          </a:p>
          <a:p>
            <a:pPr algn="r"/>
            <a:endParaRPr lang="en-IN" sz="2000"/>
          </a:p>
        </p:txBody>
      </p:sp>
      <p:cxnSp>
        <p:nvCxnSpPr>
          <p:cNvPr id="12" name="Straight Connector 11">
            <a:extLst>
              <a:ext uri="{FF2B5EF4-FFF2-40B4-BE49-F238E27FC236}">
                <a16:creationId xmlns:a16="http://schemas.microsoft.com/office/drawing/2014/main" id="{580B8A35-DEA7-4D43-9DF8-90B4681D0F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600200"/>
            <a:ext cx="0" cy="3657600"/>
          </a:xfrm>
          <a:prstGeom prst="line">
            <a:avLst/>
          </a:prstGeom>
          <a:ln w="31750">
            <a:solidFill>
              <a:schemeClr val="tx1">
                <a:alpha val="80000"/>
              </a:schemeClr>
            </a:solidFill>
          </a:ln>
        </p:spPr>
        <p:style>
          <a:lnRef idx="1">
            <a:schemeClr val="accent1"/>
          </a:lnRef>
          <a:fillRef idx="0">
            <a:schemeClr val="accent1"/>
          </a:fillRef>
          <a:effectRef idx="0">
            <a:schemeClr val="accent1"/>
          </a:effectRef>
          <a:fontRef idx="minor">
            <a:schemeClr val="tx1"/>
          </a:fontRef>
        </p:style>
      </p:cxnSp>
      <p:sp>
        <p:nvSpPr>
          <p:cNvPr id="4" name="Title 1">
            <a:extLst>
              <a:ext uri="{FF2B5EF4-FFF2-40B4-BE49-F238E27FC236}">
                <a16:creationId xmlns:a16="http://schemas.microsoft.com/office/drawing/2014/main" id="{724E8F30-E25C-3483-BFE8-BC0F1B0E9C03}"/>
              </a:ext>
            </a:extLst>
          </p:cNvPr>
          <p:cNvSpPr txBox="1">
            <a:spLocks/>
          </p:cNvSpPr>
          <p:nvPr/>
        </p:nvSpPr>
        <p:spPr>
          <a:xfrm rot="17203474">
            <a:off x="-2070525" y="4848447"/>
            <a:ext cx="1909357" cy="1145126"/>
          </a:xfrm>
          <a:prstGeom prst="rect">
            <a:avLst/>
          </a:prstGeom>
        </p:spPr>
        <p:txBody>
          <a:bodyPr vert="horz" lIns="91440" tIns="45720" rIns="91440" bIns="0" rtlCol="0" anchor="ctr">
            <a:normAutofit fontScale="47500" lnSpcReduction="20000"/>
          </a:bodyPr>
          <a:lstStyle>
            <a:lvl1pPr algn="l" defTabSz="914400" rtl="0" eaLnBrk="1" latinLnBrk="0" hangingPunct="1">
              <a:lnSpc>
                <a:spcPct val="90000"/>
              </a:lnSpc>
              <a:spcBef>
                <a:spcPct val="0"/>
              </a:spcBef>
              <a:buNone/>
              <a:defRPr sz="6600" b="0" i="0" kern="1200" cap="all">
                <a:solidFill>
                  <a:schemeClr val="tx1"/>
                </a:solidFill>
                <a:effectLst/>
                <a:latin typeface="+mj-lt"/>
                <a:ea typeface="+mj-ea"/>
                <a:cs typeface="+mj-cs"/>
              </a:defRPr>
            </a:lvl1pPr>
          </a:lstStyle>
          <a:p>
            <a:r>
              <a:rPr lang="en-US"/>
              <a:t>Introduction</a:t>
            </a:r>
            <a:endParaRPr lang="en-IN" dirty="0"/>
          </a:p>
        </p:txBody>
      </p:sp>
    </p:spTree>
    <p:extLst>
      <p:ext uri="{BB962C8B-B14F-4D97-AF65-F5344CB8AC3E}">
        <p14:creationId xmlns:p14="http://schemas.microsoft.com/office/powerpoint/2010/main" val="280502745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9C51009-A09A-4689-8E6C-F8FC99E6A8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B22528-F33C-009B-B28E-11B94F596361}"/>
              </a:ext>
            </a:extLst>
          </p:cNvPr>
          <p:cNvSpPr>
            <a:spLocks noGrp="1"/>
          </p:cNvSpPr>
          <p:nvPr>
            <p:ph type="title"/>
          </p:nvPr>
        </p:nvSpPr>
        <p:spPr>
          <a:xfrm>
            <a:off x="844476" y="1600199"/>
            <a:ext cx="3539266" cy="4297680"/>
          </a:xfrm>
        </p:spPr>
        <p:txBody>
          <a:bodyPr anchor="ctr">
            <a:normAutofit/>
          </a:bodyPr>
          <a:lstStyle/>
          <a:p>
            <a:r>
              <a:rPr lang="en-US" dirty="0"/>
              <a:t>Introduction</a:t>
            </a:r>
            <a:endParaRPr lang="en-IN" dirty="0"/>
          </a:p>
        </p:txBody>
      </p:sp>
      <p:cxnSp>
        <p:nvCxnSpPr>
          <p:cNvPr id="10" name="Straight Connector 9">
            <a:extLst>
              <a:ext uri="{FF2B5EF4-FFF2-40B4-BE49-F238E27FC236}">
                <a16:creationId xmlns:a16="http://schemas.microsoft.com/office/drawing/2014/main" id="{9EC65442-F244-409C-BF44-C5D6472E810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148839"/>
            <a:ext cx="0" cy="3200400"/>
          </a:xfrm>
          <a:prstGeom prst="line">
            <a:avLst/>
          </a:prstGeom>
          <a:ln w="3175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0AF0947-20C6-7AEB-5637-185B9A1BE121}"/>
              </a:ext>
            </a:extLst>
          </p:cNvPr>
          <p:cNvSpPr>
            <a:spLocks noGrp="1"/>
          </p:cNvSpPr>
          <p:nvPr>
            <p:ph idx="1"/>
          </p:nvPr>
        </p:nvSpPr>
        <p:spPr>
          <a:xfrm>
            <a:off x="4924851" y="1600199"/>
            <a:ext cx="6130003" cy="4297680"/>
          </a:xfrm>
        </p:spPr>
        <p:txBody>
          <a:bodyPr anchor="ctr">
            <a:normAutofit/>
          </a:bodyPr>
          <a:lstStyle/>
          <a:p>
            <a:pPr>
              <a:lnSpc>
                <a:spcPct val="110000"/>
              </a:lnSpc>
              <a:buFont typeface="Arial" panose="020B0604020202020204" pitchFamily="34" charset="0"/>
              <a:buChar char="•"/>
            </a:pPr>
            <a:r>
              <a:rPr lang="en-US" sz="1700"/>
              <a:t>Data is the backbone of modern business decision-making.</a:t>
            </a:r>
          </a:p>
          <a:p>
            <a:pPr>
              <a:lnSpc>
                <a:spcPct val="110000"/>
              </a:lnSpc>
              <a:buFont typeface="Arial" panose="020B0604020202020204" pitchFamily="34" charset="0"/>
              <a:buChar char="•"/>
            </a:pPr>
            <a:r>
              <a:rPr lang="en-US" sz="1700"/>
              <a:t>With the increasing availability of data, businesses rely on data-driven insights to:</a:t>
            </a:r>
          </a:p>
          <a:p>
            <a:pPr marL="742950" lvl="1" indent="-285750">
              <a:lnSpc>
                <a:spcPct val="110000"/>
              </a:lnSpc>
              <a:buFont typeface="Arial" panose="020B0604020202020204" pitchFamily="34" charset="0"/>
              <a:buChar char="•"/>
            </a:pPr>
            <a:r>
              <a:rPr lang="en-US" sz="1700"/>
              <a:t>Optimize operations</a:t>
            </a:r>
          </a:p>
          <a:p>
            <a:pPr marL="742950" lvl="1" indent="-285750">
              <a:lnSpc>
                <a:spcPct val="110000"/>
              </a:lnSpc>
              <a:buFont typeface="Arial" panose="020B0604020202020204" pitchFamily="34" charset="0"/>
              <a:buChar char="•"/>
            </a:pPr>
            <a:r>
              <a:rPr lang="en-US" sz="1700"/>
              <a:t>Improve customer experience</a:t>
            </a:r>
          </a:p>
          <a:p>
            <a:pPr marL="742950" lvl="1" indent="-285750">
              <a:lnSpc>
                <a:spcPct val="110000"/>
              </a:lnSpc>
              <a:buFont typeface="Arial" panose="020B0604020202020204" pitchFamily="34" charset="0"/>
              <a:buChar char="•"/>
            </a:pPr>
            <a:r>
              <a:rPr lang="en-US" sz="1700"/>
              <a:t>Gain competitive advantages</a:t>
            </a:r>
          </a:p>
          <a:p>
            <a:pPr>
              <a:lnSpc>
                <a:spcPct val="110000"/>
              </a:lnSpc>
              <a:buFont typeface="Arial" panose="020B0604020202020204" pitchFamily="34" charset="0"/>
              <a:buChar char="•"/>
            </a:pPr>
            <a:r>
              <a:rPr lang="en-US" sz="1700"/>
              <a:t>This session will explore:</a:t>
            </a:r>
          </a:p>
          <a:p>
            <a:pPr marL="742950" lvl="1" indent="-285750">
              <a:lnSpc>
                <a:spcPct val="110000"/>
              </a:lnSpc>
              <a:buFont typeface="Arial" panose="020B0604020202020204" pitchFamily="34" charset="0"/>
              <a:buChar char="•"/>
            </a:pPr>
            <a:r>
              <a:rPr lang="en-US" sz="1700"/>
              <a:t>The role of data as a business asset</a:t>
            </a:r>
          </a:p>
          <a:p>
            <a:pPr marL="742950" lvl="1" indent="-285750">
              <a:lnSpc>
                <a:spcPct val="110000"/>
              </a:lnSpc>
              <a:buFont typeface="Arial" panose="020B0604020202020204" pitchFamily="34" charset="0"/>
              <a:buChar char="•"/>
            </a:pPr>
            <a:r>
              <a:rPr lang="en-US" sz="1700"/>
              <a:t>Data collection and cleaning techniques</a:t>
            </a:r>
          </a:p>
          <a:p>
            <a:pPr marL="742950" lvl="1" indent="-285750">
              <a:lnSpc>
                <a:spcPct val="110000"/>
              </a:lnSpc>
              <a:buFont typeface="Arial" panose="020B0604020202020204" pitchFamily="34" charset="0"/>
              <a:buChar char="•"/>
            </a:pPr>
            <a:r>
              <a:rPr lang="en-US" sz="1700"/>
              <a:t>Data visualization tools</a:t>
            </a:r>
          </a:p>
          <a:p>
            <a:pPr marL="742950" lvl="1" indent="-285750">
              <a:lnSpc>
                <a:spcPct val="110000"/>
              </a:lnSpc>
              <a:buFont typeface="Arial" panose="020B0604020202020204" pitchFamily="34" charset="0"/>
              <a:buChar char="•"/>
            </a:pPr>
            <a:r>
              <a:rPr lang="en-US" sz="1700"/>
              <a:t>Hands-on exercises included to reinforce key concepts.</a:t>
            </a:r>
          </a:p>
          <a:p>
            <a:pPr>
              <a:lnSpc>
                <a:spcPct val="110000"/>
              </a:lnSpc>
            </a:pPr>
            <a:endParaRPr lang="en-IN" sz="1700"/>
          </a:p>
        </p:txBody>
      </p:sp>
      <p:sp>
        <p:nvSpPr>
          <p:cNvPr id="4" name="Title 1">
            <a:extLst>
              <a:ext uri="{FF2B5EF4-FFF2-40B4-BE49-F238E27FC236}">
                <a16:creationId xmlns:a16="http://schemas.microsoft.com/office/drawing/2014/main" id="{89A9C671-5247-381C-7E7A-EDA3FF1D05AF}"/>
              </a:ext>
            </a:extLst>
          </p:cNvPr>
          <p:cNvSpPr txBox="1">
            <a:spLocks/>
          </p:cNvSpPr>
          <p:nvPr/>
        </p:nvSpPr>
        <p:spPr>
          <a:xfrm rot="17170563">
            <a:off x="-2377949" y="4533643"/>
            <a:ext cx="1909985" cy="1282367"/>
          </a:xfrm>
          <a:prstGeom prst="rect">
            <a:avLst/>
          </a:prstGeom>
        </p:spPr>
        <p:txBody>
          <a:bodyPr vert="horz" lIns="91440" tIns="45720" rIns="91440" bIns="0" rtlCol="0" anchor="b">
            <a:normAutofit fontScale="70000" lnSpcReduction="20000"/>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r>
              <a:rPr lang="en-US" sz="4100">
                <a:solidFill>
                  <a:srgbClr val="FFFFFE"/>
                </a:solidFill>
              </a:rPr>
              <a:t>Data as a Business Asset</a:t>
            </a:r>
            <a:endParaRPr lang="en-US" sz="4100" dirty="0">
              <a:solidFill>
                <a:srgbClr val="FFFFFE"/>
              </a:solidFill>
            </a:endParaRPr>
          </a:p>
        </p:txBody>
      </p:sp>
    </p:spTree>
    <p:extLst>
      <p:ext uri="{BB962C8B-B14F-4D97-AF65-F5344CB8AC3E}">
        <p14:creationId xmlns:p14="http://schemas.microsoft.com/office/powerpoint/2010/main" val="124503190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CE580D1-F917-4567-AFB4-99AA9B52AD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11" name="Picture 10">
            <a:extLst>
              <a:ext uri="{FF2B5EF4-FFF2-40B4-BE49-F238E27FC236}">
                <a16:creationId xmlns:a16="http://schemas.microsoft.com/office/drawing/2014/main" id="{1F5620B8-A2D8-4568-B566-F0453A0D916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3" name="Straight Connector 12">
            <a:extLst>
              <a:ext uri="{FF2B5EF4-FFF2-40B4-BE49-F238E27FC236}">
                <a16:creationId xmlns:a16="http://schemas.microsoft.com/office/drawing/2014/main" id="{1C7D2BA4-4B7A-4596-8BCC-5CF71542389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977F1E1-2B6F-4BB6-899F-67D8764D83C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pic>
        <p:nvPicPr>
          <p:cNvPr id="4" name="Picture 3" descr="Office building overlayed with stock market graphs">
            <a:extLst>
              <a:ext uri="{FF2B5EF4-FFF2-40B4-BE49-F238E27FC236}">
                <a16:creationId xmlns:a16="http://schemas.microsoft.com/office/drawing/2014/main" id="{6EA32595-5F93-1F63-CB68-8FDC07DC03B5}"/>
              </a:ext>
            </a:extLst>
          </p:cNvPr>
          <p:cNvPicPr>
            <a:picLocks noChangeAspect="1"/>
          </p:cNvPicPr>
          <p:nvPr/>
        </p:nvPicPr>
        <p:blipFill>
          <a:blip r:embed="rId3"/>
          <a:srcRect l="9091" t="4597" b="18504"/>
          <a:stretch/>
        </p:blipFill>
        <p:spPr>
          <a:xfrm>
            <a:off x="2" y="10"/>
            <a:ext cx="12191695" cy="6857990"/>
          </a:xfrm>
          <a:prstGeom prst="rect">
            <a:avLst/>
          </a:prstGeom>
        </p:spPr>
      </p:pic>
      <p:sp>
        <p:nvSpPr>
          <p:cNvPr id="17" name="Rectangle 16">
            <a:extLst>
              <a:ext uri="{FF2B5EF4-FFF2-40B4-BE49-F238E27FC236}">
                <a16:creationId xmlns:a16="http://schemas.microsoft.com/office/drawing/2014/main" id="{6A0FFA78-985C-4F50-B21A-77045C7DF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96786" y="3064931"/>
            <a:ext cx="8295215" cy="2488568"/>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23EDDD-DD17-83E8-77AE-D424B3679299}"/>
              </a:ext>
            </a:extLst>
          </p:cNvPr>
          <p:cNvSpPr>
            <a:spLocks noGrp="1"/>
          </p:cNvSpPr>
          <p:nvPr>
            <p:ph type="title"/>
          </p:nvPr>
        </p:nvSpPr>
        <p:spPr>
          <a:xfrm>
            <a:off x="4065511" y="3236470"/>
            <a:ext cx="6832500" cy="1252601"/>
          </a:xfrm>
        </p:spPr>
        <p:txBody>
          <a:bodyPr vert="horz" lIns="91440" tIns="45720" rIns="91440" bIns="0" rtlCol="0" anchor="b">
            <a:normAutofit/>
          </a:bodyPr>
          <a:lstStyle/>
          <a:p>
            <a:r>
              <a:rPr lang="en-US" sz="4100" dirty="0">
                <a:solidFill>
                  <a:srgbClr val="FFFFFE"/>
                </a:solidFill>
              </a:rPr>
              <a:t>Data as a Business Asset</a:t>
            </a:r>
          </a:p>
        </p:txBody>
      </p:sp>
      <p:cxnSp>
        <p:nvCxnSpPr>
          <p:cNvPr id="19" name="Straight Connector 18">
            <a:extLst>
              <a:ext uri="{FF2B5EF4-FFF2-40B4-BE49-F238E27FC236}">
                <a16:creationId xmlns:a16="http://schemas.microsoft.com/office/drawing/2014/main" id="{65409EC7-69B1-45CC-8FB7-1964C1AB672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65509" y="4666480"/>
            <a:ext cx="6832499" cy="0"/>
          </a:xfrm>
          <a:prstGeom prst="line">
            <a:avLst/>
          </a:prstGeom>
          <a:ln w="31750">
            <a:solidFill>
              <a:srgbClr val="111B96"/>
            </a:solidFill>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9107064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9C51009-A09A-4689-8E6C-F8FC99E6A8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16AC70D-CCA3-9BF0-4EC7-076A928DDFA8}"/>
              </a:ext>
            </a:extLst>
          </p:cNvPr>
          <p:cNvSpPr>
            <a:spLocks noGrp="1"/>
          </p:cNvSpPr>
          <p:nvPr>
            <p:ph type="title"/>
          </p:nvPr>
        </p:nvSpPr>
        <p:spPr>
          <a:xfrm>
            <a:off x="844476" y="1600199"/>
            <a:ext cx="3539266" cy="4297680"/>
          </a:xfrm>
        </p:spPr>
        <p:txBody>
          <a:bodyPr anchor="ctr">
            <a:normAutofit/>
          </a:bodyPr>
          <a:lstStyle/>
          <a:p>
            <a:br>
              <a:rPr lang="en-IN" b="1" dirty="0"/>
            </a:br>
            <a:r>
              <a:rPr lang="en-US" b="1" dirty="0"/>
              <a:t>Importance of Data in Decision-Making</a:t>
            </a:r>
            <a:br>
              <a:rPr lang="en-US" dirty="0"/>
            </a:br>
            <a:endParaRPr lang="en-IN" dirty="0"/>
          </a:p>
        </p:txBody>
      </p:sp>
      <p:cxnSp>
        <p:nvCxnSpPr>
          <p:cNvPr id="10" name="Straight Connector 9">
            <a:extLst>
              <a:ext uri="{FF2B5EF4-FFF2-40B4-BE49-F238E27FC236}">
                <a16:creationId xmlns:a16="http://schemas.microsoft.com/office/drawing/2014/main" id="{9EC65442-F244-409C-BF44-C5D6472E810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148839"/>
            <a:ext cx="0" cy="3200400"/>
          </a:xfrm>
          <a:prstGeom prst="line">
            <a:avLst/>
          </a:prstGeom>
          <a:ln w="3175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400957F3-B11A-8893-4EF2-1B94B15A9F6B}"/>
              </a:ext>
            </a:extLst>
          </p:cNvPr>
          <p:cNvSpPr>
            <a:spLocks noGrp="1"/>
          </p:cNvSpPr>
          <p:nvPr>
            <p:ph idx="1"/>
          </p:nvPr>
        </p:nvSpPr>
        <p:spPr>
          <a:xfrm>
            <a:off x="4924851" y="1600199"/>
            <a:ext cx="6130003" cy="4297680"/>
          </a:xfrm>
        </p:spPr>
        <p:txBody>
          <a:bodyPr anchor="ctr">
            <a:normAutofit/>
          </a:bodyPr>
          <a:lstStyle/>
          <a:p>
            <a:pPr lvl="1"/>
            <a:r>
              <a:rPr lang="en-US" dirty="0"/>
              <a:t>Businesses collect data from various sources:</a:t>
            </a:r>
          </a:p>
          <a:p>
            <a:pPr marL="1200150" lvl="2" indent="-285750"/>
            <a:r>
              <a:rPr lang="en-US" dirty="0"/>
              <a:t>Customer interactions</a:t>
            </a:r>
          </a:p>
          <a:p>
            <a:pPr marL="1200150" lvl="2" indent="-285750"/>
            <a:r>
              <a:rPr lang="en-US" dirty="0"/>
              <a:t>Financial transactions</a:t>
            </a:r>
          </a:p>
          <a:p>
            <a:pPr marL="1200150" lvl="2" indent="-285750"/>
            <a:r>
              <a:rPr lang="en-US" dirty="0"/>
              <a:t>Social media</a:t>
            </a:r>
          </a:p>
          <a:p>
            <a:pPr marL="1200150" lvl="2" indent="-285750"/>
            <a:r>
              <a:rPr lang="en-US" dirty="0"/>
              <a:t>POS machines</a:t>
            </a:r>
          </a:p>
          <a:p>
            <a:pPr marL="1200150" lvl="2" indent="-285750"/>
            <a:r>
              <a:rPr lang="en-US" dirty="0"/>
              <a:t>CRM &amp; E-commerce platforms</a:t>
            </a:r>
          </a:p>
          <a:p>
            <a:pPr marL="1200150" lvl="2" indent="-285750"/>
            <a:r>
              <a:rPr lang="en-US" dirty="0"/>
              <a:t>IoT Sensors</a:t>
            </a:r>
          </a:p>
          <a:p>
            <a:pPr marL="1200150" lvl="2" indent="-285750"/>
            <a:r>
              <a:rPr lang="en-US" dirty="0"/>
              <a:t>Government &amp; Public Data</a:t>
            </a:r>
          </a:p>
          <a:p>
            <a:endParaRPr lang="en-IN" dirty="0"/>
          </a:p>
        </p:txBody>
      </p:sp>
    </p:spTree>
    <p:extLst>
      <p:ext uri="{BB962C8B-B14F-4D97-AF65-F5344CB8AC3E}">
        <p14:creationId xmlns:p14="http://schemas.microsoft.com/office/powerpoint/2010/main" val="55334873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FB57B-5200-9DD0-320B-F9CB31F6D2FC}"/>
              </a:ext>
            </a:extLst>
          </p:cNvPr>
          <p:cNvSpPr>
            <a:spLocks noGrp="1"/>
          </p:cNvSpPr>
          <p:nvPr>
            <p:ph type="title"/>
          </p:nvPr>
        </p:nvSpPr>
        <p:spPr/>
        <p:txBody>
          <a:bodyPr/>
          <a:lstStyle/>
          <a:p>
            <a:r>
              <a:rPr lang="en-IN" b="1" dirty="0"/>
              <a:t>Benefits of Data Analysis</a:t>
            </a:r>
            <a:br>
              <a:rPr lang="en-IN" dirty="0"/>
            </a:br>
            <a:endParaRPr lang="en-IN" dirty="0"/>
          </a:p>
        </p:txBody>
      </p:sp>
      <p:graphicFrame>
        <p:nvGraphicFramePr>
          <p:cNvPr id="5" name="Content Placeholder 2">
            <a:extLst>
              <a:ext uri="{FF2B5EF4-FFF2-40B4-BE49-F238E27FC236}">
                <a16:creationId xmlns:a16="http://schemas.microsoft.com/office/drawing/2014/main" id="{B33A01B1-A952-3749-128C-ABE1269FE0DE}"/>
              </a:ext>
            </a:extLst>
          </p:cNvPr>
          <p:cNvGraphicFramePr>
            <a:graphicFrameLocks noGrp="1"/>
          </p:cNvGraphicFramePr>
          <p:nvPr>
            <p:ph idx="1"/>
          </p:nvPr>
        </p:nvGraphicFramePr>
        <p:xfrm>
          <a:off x="1450975" y="2016125"/>
          <a:ext cx="9604375" cy="3449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6194128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D3443-783C-9334-4AF5-08EB97C8958E}"/>
              </a:ext>
            </a:extLst>
          </p:cNvPr>
          <p:cNvSpPr>
            <a:spLocks noGrp="1"/>
          </p:cNvSpPr>
          <p:nvPr>
            <p:ph type="title"/>
          </p:nvPr>
        </p:nvSpPr>
        <p:spPr>
          <a:xfrm>
            <a:off x="1452616" y="538480"/>
            <a:ext cx="10058664" cy="1201823"/>
          </a:xfrm>
        </p:spPr>
        <p:txBody>
          <a:bodyPr vert="horz" lIns="91440" tIns="45720" rIns="91440" bIns="0" rtlCol="0" anchor="b">
            <a:normAutofit/>
          </a:bodyPr>
          <a:lstStyle/>
          <a:p>
            <a:r>
              <a:rPr lang="en-US" sz="4100" dirty="0"/>
              <a:t>Examples of Data-Driven Decision-Making</a:t>
            </a:r>
          </a:p>
        </p:txBody>
      </p:sp>
      <p:pic>
        <p:nvPicPr>
          <p:cNvPr id="6" name="Graphic 5" descr="Dice">
            <a:extLst>
              <a:ext uri="{FF2B5EF4-FFF2-40B4-BE49-F238E27FC236}">
                <a16:creationId xmlns:a16="http://schemas.microsoft.com/office/drawing/2014/main" id="{C7A839DD-7CD9-125B-CB17-9AB755BF007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77931" y="1740303"/>
            <a:ext cx="4660762" cy="4660762"/>
          </a:xfrm>
          <a:prstGeom prst="rect">
            <a:avLst/>
          </a:prstGeom>
        </p:spPr>
      </p:pic>
    </p:spTree>
    <p:extLst>
      <p:ext uri="{BB962C8B-B14F-4D97-AF65-F5344CB8AC3E}">
        <p14:creationId xmlns:p14="http://schemas.microsoft.com/office/powerpoint/2010/main" val="32618364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80">
                                          <p:stCondLst>
                                            <p:cond delay="0"/>
                                          </p:stCondLst>
                                        </p:cTn>
                                        <p:tgtEl>
                                          <p:spTgt spid="6"/>
                                        </p:tgtEl>
                                      </p:cBhvr>
                                    </p:animEffect>
                                    <p:anim calcmode="lin" valueType="num">
                                      <p:cBhvr>
                                        <p:cTn id="8"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3" dur="26">
                                          <p:stCondLst>
                                            <p:cond delay="650"/>
                                          </p:stCondLst>
                                        </p:cTn>
                                        <p:tgtEl>
                                          <p:spTgt spid="6"/>
                                        </p:tgtEl>
                                      </p:cBhvr>
                                      <p:to x="100000" y="60000"/>
                                    </p:animScale>
                                    <p:animScale>
                                      <p:cBhvr>
                                        <p:cTn id="14" dur="166" decel="50000">
                                          <p:stCondLst>
                                            <p:cond delay="676"/>
                                          </p:stCondLst>
                                        </p:cTn>
                                        <p:tgtEl>
                                          <p:spTgt spid="6"/>
                                        </p:tgtEl>
                                      </p:cBhvr>
                                      <p:to x="100000" y="100000"/>
                                    </p:animScale>
                                    <p:animScale>
                                      <p:cBhvr>
                                        <p:cTn id="15" dur="26">
                                          <p:stCondLst>
                                            <p:cond delay="1312"/>
                                          </p:stCondLst>
                                        </p:cTn>
                                        <p:tgtEl>
                                          <p:spTgt spid="6"/>
                                        </p:tgtEl>
                                      </p:cBhvr>
                                      <p:to x="100000" y="80000"/>
                                    </p:animScale>
                                    <p:animScale>
                                      <p:cBhvr>
                                        <p:cTn id="16" dur="166" decel="50000">
                                          <p:stCondLst>
                                            <p:cond delay="1338"/>
                                          </p:stCondLst>
                                        </p:cTn>
                                        <p:tgtEl>
                                          <p:spTgt spid="6"/>
                                        </p:tgtEl>
                                      </p:cBhvr>
                                      <p:to x="100000" y="100000"/>
                                    </p:animScale>
                                    <p:animScale>
                                      <p:cBhvr>
                                        <p:cTn id="17" dur="26">
                                          <p:stCondLst>
                                            <p:cond delay="1642"/>
                                          </p:stCondLst>
                                        </p:cTn>
                                        <p:tgtEl>
                                          <p:spTgt spid="6"/>
                                        </p:tgtEl>
                                      </p:cBhvr>
                                      <p:to x="100000" y="90000"/>
                                    </p:animScale>
                                    <p:animScale>
                                      <p:cBhvr>
                                        <p:cTn id="18" dur="166" decel="50000">
                                          <p:stCondLst>
                                            <p:cond delay="1668"/>
                                          </p:stCondLst>
                                        </p:cTn>
                                        <p:tgtEl>
                                          <p:spTgt spid="6"/>
                                        </p:tgtEl>
                                      </p:cBhvr>
                                      <p:to x="100000" y="100000"/>
                                    </p:animScale>
                                    <p:animScale>
                                      <p:cBhvr>
                                        <p:cTn id="19" dur="26">
                                          <p:stCondLst>
                                            <p:cond delay="1808"/>
                                          </p:stCondLst>
                                        </p:cTn>
                                        <p:tgtEl>
                                          <p:spTgt spid="6"/>
                                        </p:tgtEl>
                                      </p:cBhvr>
                                      <p:to x="100000" y="95000"/>
                                    </p:animScale>
                                    <p:animScale>
                                      <p:cBhvr>
                                        <p:cTn id="20" dur="166" decel="50000">
                                          <p:stCondLst>
                                            <p:cond delay="1834"/>
                                          </p:stCondLst>
                                        </p:cTn>
                                        <p:tgtEl>
                                          <p:spTgt spid="6"/>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9C51009-A09A-4689-8E6C-F8FC99E6A8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28D096-81FA-ABDB-B5EB-B790503FD1F2}"/>
              </a:ext>
            </a:extLst>
          </p:cNvPr>
          <p:cNvSpPr>
            <a:spLocks noGrp="1"/>
          </p:cNvSpPr>
          <p:nvPr>
            <p:ph type="title"/>
          </p:nvPr>
        </p:nvSpPr>
        <p:spPr>
          <a:xfrm>
            <a:off x="844476" y="1600199"/>
            <a:ext cx="3539266" cy="4297680"/>
          </a:xfrm>
        </p:spPr>
        <p:txBody>
          <a:bodyPr anchor="ctr">
            <a:normAutofit/>
          </a:bodyPr>
          <a:lstStyle/>
          <a:p>
            <a:r>
              <a:rPr lang="en-US" b="1" dirty="0"/>
              <a:t>Some famous quotes</a:t>
            </a:r>
            <a:endParaRPr lang="en-IN" b="1" dirty="0"/>
          </a:p>
        </p:txBody>
      </p:sp>
      <p:cxnSp>
        <p:nvCxnSpPr>
          <p:cNvPr id="10" name="Straight Connector 9">
            <a:extLst>
              <a:ext uri="{FF2B5EF4-FFF2-40B4-BE49-F238E27FC236}">
                <a16:creationId xmlns:a16="http://schemas.microsoft.com/office/drawing/2014/main" id="{9EC65442-F244-409C-BF44-C5D6472E810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148839"/>
            <a:ext cx="0" cy="3200400"/>
          </a:xfrm>
          <a:prstGeom prst="line">
            <a:avLst/>
          </a:prstGeom>
          <a:ln w="3175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F9F23AF7-328A-4550-BFAC-4A9549760D1C}"/>
              </a:ext>
            </a:extLst>
          </p:cNvPr>
          <p:cNvSpPr>
            <a:spLocks noGrp="1"/>
          </p:cNvSpPr>
          <p:nvPr>
            <p:ph idx="1"/>
          </p:nvPr>
        </p:nvSpPr>
        <p:spPr>
          <a:xfrm>
            <a:off x="4924851" y="1600199"/>
            <a:ext cx="6130003" cy="4297680"/>
          </a:xfrm>
        </p:spPr>
        <p:txBody>
          <a:bodyPr anchor="ctr">
            <a:normAutofit/>
          </a:bodyPr>
          <a:lstStyle/>
          <a:p>
            <a:pPr>
              <a:buFont typeface="Arial" panose="020B0604020202020204" pitchFamily="34" charset="0"/>
              <a:buChar char="•"/>
            </a:pPr>
            <a:r>
              <a:rPr lang="en-US" sz="1900" b="1"/>
              <a:t>"Without data, you're just another person with an opinion."</a:t>
            </a:r>
            <a:r>
              <a:rPr lang="en-US" sz="1900"/>
              <a:t> – </a:t>
            </a:r>
            <a:r>
              <a:rPr lang="en-US" sz="1900" i="1"/>
              <a:t>W. Edwards Deming</a:t>
            </a:r>
          </a:p>
          <a:p>
            <a:pPr>
              <a:buFont typeface="Arial" panose="020B0604020202020204" pitchFamily="34" charset="0"/>
              <a:buChar char="•"/>
            </a:pPr>
            <a:r>
              <a:rPr lang="en-US" sz="1900" b="1"/>
              <a:t>"Data is the new oil."</a:t>
            </a:r>
            <a:r>
              <a:rPr lang="en-US" sz="1900"/>
              <a:t> – </a:t>
            </a:r>
            <a:r>
              <a:rPr lang="en-US" sz="1900" i="1"/>
              <a:t>Clive Humby</a:t>
            </a:r>
          </a:p>
          <a:p>
            <a:pPr>
              <a:buFont typeface="Arial" panose="020B0604020202020204" pitchFamily="34" charset="0"/>
              <a:buChar char="•"/>
            </a:pPr>
            <a:r>
              <a:rPr lang="en-US" sz="1900" b="1"/>
              <a:t>"In God we trust, all others must bring data."</a:t>
            </a:r>
            <a:r>
              <a:rPr lang="en-US" sz="1900"/>
              <a:t> – </a:t>
            </a:r>
            <a:r>
              <a:rPr lang="en-US" sz="1900" i="1"/>
              <a:t>W. Edwards Deming</a:t>
            </a:r>
          </a:p>
          <a:p>
            <a:pPr>
              <a:buFont typeface="Arial" panose="020B0604020202020204" pitchFamily="34" charset="0"/>
              <a:buChar char="•"/>
            </a:pPr>
            <a:r>
              <a:rPr lang="en-US" sz="1900" b="1"/>
              <a:t>"Data beats emotions."</a:t>
            </a:r>
            <a:r>
              <a:rPr lang="en-US" sz="1900"/>
              <a:t> – </a:t>
            </a:r>
            <a:r>
              <a:rPr lang="en-US" sz="1900" i="1"/>
              <a:t>Sean Rad, Co-founder of Tinder</a:t>
            </a:r>
          </a:p>
          <a:p>
            <a:pPr>
              <a:buFont typeface="Arial" panose="020B0604020202020204" pitchFamily="34" charset="0"/>
              <a:buChar char="•"/>
            </a:pPr>
            <a:r>
              <a:rPr lang="en-US" sz="1900" b="1"/>
              <a:t>"Torture the data, and it will confess to anything."</a:t>
            </a:r>
            <a:r>
              <a:rPr lang="en-US" sz="1900"/>
              <a:t> – </a:t>
            </a:r>
            <a:r>
              <a:rPr lang="en-US" sz="1900" i="1"/>
              <a:t>Ronald Coase</a:t>
            </a:r>
          </a:p>
          <a:p>
            <a:pPr>
              <a:buFont typeface="Arial" panose="020B0604020202020204" pitchFamily="34" charset="0"/>
              <a:buChar char="•"/>
            </a:pPr>
            <a:r>
              <a:rPr lang="en-US" sz="1900" b="1"/>
              <a:t>"The world’s most valuable resource is no longer oil, but data."</a:t>
            </a:r>
            <a:r>
              <a:rPr lang="en-US" sz="1900"/>
              <a:t> – </a:t>
            </a:r>
            <a:r>
              <a:rPr lang="en-US" sz="1900" i="1"/>
              <a:t>The Economist</a:t>
            </a:r>
            <a:endParaRPr lang="en-US" sz="1900"/>
          </a:p>
        </p:txBody>
      </p:sp>
    </p:spTree>
    <p:extLst>
      <p:ext uri="{BB962C8B-B14F-4D97-AF65-F5344CB8AC3E}">
        <p14:creationId xmlns:p14="http://schemas.microsoft.com/office/powerpoint/2010/main" val="201103004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77CCB-B33F-86DD-519E-83BFA630FB0C}"/>
              </a:ext>
            </a:extLst>
          </p:cNvPr>
          <p:cNvSpPr>
            <a:spLocks noGrp="1"/>
          </p:cNvSpPr>
          <p:nvPr>
            <p:ph type="title"/>
          </p:nvPr>
        </p:nvSpPr>
        <p:spPr/>
        <p:txBody>
          <a:bodyPr/>
          <a:lstStyle/>
          <a:p>
            <a:r>
              <a:rPr lang="en-IN" b="1" dirty="0"/>
              <a:t>Retail Industry</a:t>
            </a:r>
          </a:p>
        </p:txBody>
      </p:sp>
      <p:graphicFrame>
        <p:nvGraphicFramePr>
          <p:cNvPr id="5" name="Content Placeholder 2">
            <a:extLst>
              <a:ext uri="{FF2B5EF4-FFF2-40B4-BE49-F238E27FC236}">
                <a16:creationId xmlns:a16="http://schemas.microsoft.com/office/drawing/2014/main" id="{BD0AF929-7065-3D8F-51A9-58C1AB69FF20}"/>
              </a:ext>
            </a:extLst>
          </p:cNvPr>
          <p:cNvGraphicFramePr>
            <a:graphicFrameLocks noGrp="1"/>
          </p:cNvGraphicFramePr>
          <p:nvPr>
            <p:ph idx="1"/>
          </p:nvPr>
        </p:nvGraphicFramePr>
        <p:xfrm>
          <a:off x="1450975" y="2016125"/>
          <a:ext cx="9604375" cy="3449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1">
            <a:extLst>
              <a:ext uri="{FF2B5EF4-FFF2-40B4-BE49-F238E27FC236}">
                <a16:creationId xmlns:a16="http://schemas.microsoft.com/office/drawing/2014/main" id="{90C6DE2D-7D16-6F07-6B4D-6F1CD4E448F8}"/>
              </a:ext>
            </a:extLst>
          </p:cNvPr>
          <p:cNvSpPr txBox="1">
            <a:spLocks/>
          </p:cNvSpPr>
          <p:nvPr/>
        </p:nvSpPr>
        <p:spPr>
          <a:xfrm rot="16439975">
            <a:off x="-2510820" y="4262271"/>
            <a:ext cx="2649044" cy="1049235"/>
          </a:xfrm>
          <a:prstGeom prst="rect">
            <a:avLst/>
          </a:prstGeom>
        </p:spPr>
        <p:txBody>
          <a:bodyPr vert="horz" lIns="91440" tIns="45720" rIns="91440" bIns="45720" rtlCol="0" anchor="t">
            <a:normAutofit fontScale="85000" lnSpcReduction="10000"/>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r>
              <a:rPr lang="en-IN" b="1"/>
              <a:t>Healthcare Industry</a:t>
            </a:r>
            <a:endParaRPr lang="en-IN" b="1" dirty="0"/>
          </a:p>
        </p:txBody>
      </p:sp>
    </p:spTree>
    <p:extLst>
      <p:ext uri="{BB962C8B-B14F-4D97-AF65-F5344CB8AC3E}">
        <p14:creationId xmlns:p14="http://schemas.microsoft.com/office/powerpoint/2010/main" val="270864157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BB08A-AD3A-58FE-B6C4-2BE78B10A854}"/>
              </a:ext>
            </a:extLst>
          </p:cNvPr>
          <p:cNvSpPr>
            <a:spLocks noGrp="1"/>
          </p:cNvSpPr>
          <p:nvPr>
            <p:ph type="title"/>
          </p:nvPr>
        </p:nvSpPr>
        <p:spPr/>
        <p:txBody>
          <a:bodyPr/>
          <a:lstStyle/>
          <a:p>
            <a:r>
              <a:rPr lang="en-IN" b="1" dirty="0"/>
              <a:t>Healthcare Industry</a:t>
            </a:r>
          </a:p>
        </p:txBody>
      </p:sp>
      <p:graphicFrame>
        <p:nvGraphicFramePr>
          <p:cNvPr id="5" name="Content Placeholder 2">
            <a:extLst>
              <a:ext uri="{FF2B5EF4-FFF2-40B4-BE49-F238E27FC236}">
                <a16:creationId xmlns:a16="http://schemas.microsoft.com/office/drawing/2014/main" id="{4B8B908C-599F-F1F0-EBBF-B218D165FFAC}"/>
              </a:ext>
            </a:extLst>
          </p:cNvPr>
          <p:cNvGraphicFramePr>
            <a:graphicFrameLocks noGrp="1"/>
          </p:cNvGraphicFramePr>
          <p:nvPr>
            <p:ph idx="1"/>
          </p:nvPr>
        </p:nvGraphicFramePr>
        <p:xfrm>
          <a:off x="1450975" y="2016125"/>
          <a:ext cx="9604375" cy="3449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1">
            <a:extLst>
              <a:ext uri="{FF2B5EF4-FFF2-40B4-BE49-F238E27FC236}">
                <a16:creationId xmlns:a16="http://schemas.microsoft.com/office/drawing/2014/main" id="{27415CDB-A6DA-4A13-A09B-C583CF6A9216}"/>
              </a:ext>
            </a:extLst>
          </p:cNvPr>
          <p:cNvSpPr txBox="1">
            <a:spLocks/>
          </p:cNvSpPr>
          <p:nvPr/>
        </p:nvSpPr>
        <p:spPr>
          <a:xfrm rot="16381297">
            <a:off x="-3457118" y="3218751"/>
            <a:ext cx="4626700" cy="887841"/>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r>
              <a:rPr lang="en-IN" b="1" dirty="0"/>
              <a:t>Finance &amp; Banking</a:t>
            </a:r>
          </a:p>
        </p:txBody>
      </p:sp>
    </p:spTree>
    <p:extLst>
      <p:ext uri="{BB962C8B-B14F-4D97-AF65-F5344CB8AC3E}">
        <p14:creationId xmlns:p14="http://schemas.microsoft.com/office/powerpoint/2010/main" val="330521847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00F44-A3E9-D3CC-EA0E-16A44A0247AA}"/>
              </a:ext>
            </a:extLst>
          </p:cNvPr>
          <p:cNvSpPr>
            <a:spLocks noGrp="1"/>
          </p:cNvSpPr>
          <p:nvPr>
            <p:ph type="title"/>
          </p:nvPr>
        </p:nvSpPr>
        <p:spPr/>
        <p:txBody>
          <a:bodyPr/>
          <a:lstStyle/>
          <a:p>
            <a:r>
              <a:rPr lang="en-IN" b="1" dirty="0"/>
              <a:t>Finance &amp; Banking</a:t>
            </a:r>
          </a:p>
        </p:txBody>
      </p:sp>
      <p:graphicFrame>
        <p:nvGraphicFramePr>
          <p:cNvPr id="5" name="Content Placeholder 2">
            <a:extLst>
              <a:ext uri="{FF2B5EF4-FFF2-40B4-BE49-F238E27FC236}">
                <a16:creationId xmlns:a16="http://schemas.microsoft.com/office/drawing/2014/main" id="{FC385DEB-76B6-3107-7CE6-1EB361717C0B}"/>
              </a:ext>
            </a:extLst>
          </p:cNvPr>
          <p:cNvGraphicFramePr>
            <a:graphicFrameLocks noGrp="1"/>
          </p:cNvGraphicFramePr>
          <p:nvPr>
            <p:ph idx="1"/>
          </p:nvPr>
        </p:nvGraphicFramePr>
        <p:xfrm>
          <a:off x="1450975" y="2016125"/>
          <a:ext cx="9604375" cy="3449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1">
            <a:extLst>
              <a:ext uri="{FF2B5EF4-FFF2-40B4-BE49-F238E27FC236}">
                <a16:creationId xmlns:a16="http://schemas.microsoft.com/office/drawing/2014/main" id="{1437A52A-41EA-71B5-AEB9-42EA5474F072}"/>
              </a:ext>
            </a:extLst>
          </p:cNvPr>
          <p:cNvSpPr txBox="1">
            <a:spLocks/>
          </p:cNvSpPr>
          <p:nvPr/>
        </p:nvSpPr>
        <p:spPr>
          <a:xfrm rot="16200000">
            <a:off x="-3605975" y="3450242"/>
            <a:ext cx="4669231" cy="1049235"/>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r>
              <a:rPr lang="en-IN" b="1"/>
              <a:t>Manufacturing &amp; Supply Chain</a:t>
            </a:r>
            <a:endParaRPr lang="en-IN" b="1" dirty="0"/>
          </a:p>
        </p:txBody>
      </p:sp>
    </p:spTree>
    <p:extLst>
      <p:ext uri="{BB962C8B-B14F-4D97-AF65-F5344CB8AC3E}">
        <p14:creationId xmlns:p14="http://schemas.microsoft.com/office/powerpoint/2010/main" val="418710180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78D55-ED03-A425-E121-6AAE6C688BA1}"/>
              </a:ext>
            </a:extLst>
          </p:cNvPr>
          <p:cNvSpPr>
            <a:spLocks noGrp="1"/>
          </p:cNvSpPr>
          <p:nvPr>
            <p:ph type="title"/>
          </p:nvPr>
        </p:nvSpPr>
        <p:spPr/>
        <p:txBody>
          <a:bodyPr/>
          <a:lstStyle/>
          <a:p>
            <a:r>
              <a:rPr lang="en-IN" b="1" dirty="0"/>
              <a:t>Manufacturing &amp; Supply Chain</a:t>
            </a:r>
          </a:p>
        </p:txBody>
      </p:sp>
      <p:graphicFrame>
        <p:nvGraphicFramePr>
          <p:cNvPr id="5" name="Content Placeholder 2">
            <a:extLst>
              <a:ext uri="{FF2B5EF4-FFF2-40B4-BE49-F238E27FC236}">
                <a16:creationId xmlns:a16="http://schemas.microsoft.com/office/drawing/2014/main" id="{EA1C6275-C55B-809D-E42F-E49112C86142}"/>
              </a:ext>
            </a:extLst>
          </p:cNvPr>
          <p:cNvGraphicFramePr>
            <a:graphicFrameLocks noGrp="1"/>
          </p:cNvGraphicFramePr>
          <p:nvPr>
            <p:ph idx="1"/>
          </p:nvPr>
        </p:nvGraphicFramePr>
        <p:xfrm>
          <a:off x="1450975" y="2016125"/>
          <a:ext cx="9604375" cy="3449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1">
            <a:extLst>
              <a:ext uri="{FF2B5EF4-FFF2-40B4-BE49-F238E27FC236}">
                <a16:creationId xmlns:a16="http://schemas.microsoft.com/office/drawing/2014/main" id="{95075445-EFC2-4B78-F46E-0D1F00EEA34A}"/>
              </a:ext>
            </a:extLst>
          </p:cNvPr>
          <p:cNvSpPr txBox="1">
            <a:spLocks/>
          </p:cNvSpPr>
          <p:nvPr/>
        </p:nvSpPr>
        <p:spPr>
          <a:xfrm rot="16614724">
            <a:off x="-3350793" y="3677599"/>
            <a:ext cx="4881881" cy="1059206"/>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r>
              <a:rPr lang="en-IN" b="1"/>
              <a:t>Marketing &amp; Advertising</a:t>
            </a:r>
            <a:endParaRPr lang="en-IN" b="1" dirty="0"/>
          </a:p>
        </p:txBody>
      </p:sp>
    </p:spTree>
    <p:extLst>
      <p:ext uri="{BB962C8B-B14F-4D97-AF65-F5344CB8AC3E}">
        <p14:creationId xmlns:p14="http://schemas.microsoft.com/office/powerpoint/2010/main" val="151435454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C67BE-A158-743C-66C9-C840C814D770}"/>
              </a:ext>
            </a:extLst>
          </p:cNvPr>
          <p:cNvSpPr>
            <a:spLocks noGrp="1"/>
          </p:cNvSpPr>
          <p:nvPr>
            <p:ph type="title"/>
          </p:nvPr>
        </p:nvSpPr>
        <p:spPr/>
        <p:txBody>
          <a:bodyPr/>
          <a:lstStyle/>
          <a:p>
            <a:r>
              <a:rPr lang="en-IN" b="1" dirty="0"/>
              <a:t>Marketing &amp; Advertising</a:t>
            </a:r>
          </a:p>
        </p:txBody>
      </p:sp>
      <p:graphicFrame>
        <p:nvGraphicFramePr>
          <p:cNvPr id="5" name="Content Placeholder 2">
            <a:extLst>
              <a:ext uri="{FF2B5EF4-FFF2-40B4-BE49-F238E27FC236}">
                <a16:creationId xmlns:a16="http://schemas.microsoft.com/office/drawing/2014/main" id="{2D70ADA3-BF84-81F4-5FE7-20F1AEDFF0A2}"/>
              </a:ext>
            </a:extLst>
          </p:cNvPr>
          <p:cNvGraphicFramePr>
            <a:graphicFrameLocks noGrp="1"/>
          </p:cNvGraphicFramePr>
          <p:nvPr>
            <p:ph idx="1"/>
          </p:nvPr>
        </p:nvGraphicFramePr>
        <p:xfrm>
          <a:off x="1450975" y="2016125"/>
          <a:ext cx="9604375" cy="3449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1">
            <a:extLst>
              <a:ext uri="{FF2B5EF4-FFF2-40B4-BE49-F238E27FC236}">
                <a16:creationId xmlns:a16="http://schemas.microsoft.com/office/drawing/2014/main" id="{9A4AE075-D2D8-15D7-10B2-B93B8686F0A5}"/>
              </a:ext>
            </a:extLst>
          </p:cNvPr>
          <p:cNvSpPr txBox="1">
            <a:spLocks/>
          </p:cNvSpPr>
          <p:nvPr/>
        </p:nvSpPr>
        <p:spPr>
          <a:xfrm rot="16492871">
            <a:off x="-3201936" y="3435248"/>
            <a:ext cx="4041909" cy="1049235"/>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r>
              <a:rPr lang="en-IN" b="1"/>
              <a:t>Education &amp; E-Learning</a:t>
            </a:r>
            <a:endParaRPr lang="en-IN" b="1" dirty="0"/>
          </a:p>
        </p:txBody>
      </p:sp>
    </p:spTree>
    <p:extLst>
      <p:ext uri="{BB962C8B-B14F-4D97-AF65-F5344CB8AC3E}">
        <p14:creationId xmlns:p14="http://schemas.microsoft.com/office/powerpoint/2010/main" val="257774944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1A8B9-5FE0-740B-57AB-41AD391E7235}"/>
              </a:ext>
            </a:extLst>
          </p:cNvPr>
          <p:cNvSpPr>
            <a:spLocks noGrp="1"/>
          </p:cNvSpPr>
          <p:nvPr>
            <p:ph type="title"/>
          </p:nvPr>
        </p:nvSpPr>
        <p:spPr/>
        <p:txBody>
          <a:bodyPr/>
          <a:lstStyle/>
          <a:p>
            <a:r>
              <a:rPr lang="en-IN" b="1" dirty="0"/>
              <a:t>Education &amp; E-Learning</a:t>
            </a:r>
          </a:p>
        </p:txBody>
      </p:sp>
      <p:graphicFrame>
        <p:nvGraphicFramePr>
          <p:cNvPr id="5" name="Content Placeholder 2">
            <a:extLst>
              <a:ext uri="{FF2B5EF4-FFF2-40B4-BE49-F238E27FC236}">
                <a16:creationId xmlns:a16="http://schemas.microsoft.com/office/drawing/2014/main" id="{72EC0E25-FF8A-513E-1D18-502494362C9F}"/>
              </a:ext>
            </a:extLst>
          </p:cNvPr>
          <p:cNvGraphicFramePr>
            <a:graphicFrameLocks noGrp="1"/>
          </p:cNvGraphicFramePr>
          <p:nvPr>
            <p:ph idx="1"/>
          </p:nvPr>
        </p:nvGraphicFramePr>
        <p:xfrm>
          <a:off x="1450975" y="2016125"/>
          <a:ext cx="9604375" cy="3449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3">
            <a:extLst>
              <a:ext uri="{FF2B5EF4-FFF2-40B4-BE49-F238E27FC236}">
                <a16:creationId xmlns:a16="http://schemas.microsoft.com/office/drawing/2014/main" id="{ACA6BC64-61CA-5A7C-F91B-1E74AE84F470}"/>
              </a:ext>
            </a:extLst>
          </p:cNvPr>
          <p:cNvSpPr txBox="1">
            <a:spLocks/>
          </p:cNvSpPr>
          <p:nvPr/>
        </p:nvSpPr>
        <p:spPr>
          <a:xfrm rot="16561379">
            <a:off x="-3356015" y="3321530"/>
            <a:ext cx="4398006" cy="1252601"/>
          </a:xfrm>
          <a:prstGeom prst="rect">
            <a:avLst/>
          </a:prstGeom>
        </p:spPr>
        <p:txBody>
          <a:bodyPr vert="horz" lIns="91440" tIns="45720" rIns="91440" bIns="0" rtlCol="0" anchor="b">
            <a:normAutofit fontScale="85000" lnSpcReduction="10000"/>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r>
              <a:rPr lang="en-US" sz="4100">
                <a:solidFill>
                  <a:srgbClr val="FFFFFE"/>
                </a:solidFill>
              </a:rPr>
              <a:t>Data Collection and Cleaning</a:t>
            </a:r>
            <a:endParaRPr lang="en-US" sz="4100" dirty="0">
              <a:solidFill>
                <a:srgbClr val="FFFFFE"/>
              </a:solidFill>
            </a:endParaRPr>
          </a:p>
        </p:txBody>
      </p:sp>
    </p:spTree>
    <p:extLst>
      <p:ext uri="{BB962C8B-B14F-4D97-AF65-F5344CB8AC3E}">
        <p14:creationId xmlns:p14="http://schemas.microsoft.com/office/powerpoint/2010/main" val="195237957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7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1CE580D1-F917-4567-AFB4-99AA9B52AD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29" name="Picture 28">
            <a:extLst>
              <a:ext uri="{FF2B5EF4-FFF2-40B4-BE49-F238E27FC236}">
                <a16:creationId xmlns:a16="http://schemas.microsoft.com/office/drawing/2014/main" id="{1F5620B8-A2D8-4568-B566-F0453A0D916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31" name="Straight Connector 30">
            <a:extLst>
              <a:ext uri="{FF2B5EF4-FFF2-40B4-BE49-F238E27FC236}">
                <a16:creationId xmlns:a16="http://schemas.microsoft.com/office/drawing/2014/main" id="{1C7D2BA4-4B7A-4596-8BCC-5CF71542389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4977F1E1-2B6F-4BB6-899F-67D8764D83C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pic>
        <p:nvPicPr>
          <p:cNvPr id="22" name="Picture 21" descr="Illuminated server room panel">
            <a:extLst>
              <a:ext uri="{FF2B5EF4-FFF2-40B4-BE49-F238E27FC236}">
                <a16:creationId xmlns:a16="http://schemas.microsoft.com/office/drawing/2014/main" id="{96CEFF88-5604-D7D8-753B-455B7D2BE50C}"/>
              </a:ext>
            </a:extLst>
          </p:cNvPr>
          <p:cNvPicPr>
            <a:picLocks noChangeAspect="1"/>
          </p:cNvPicPr>
          <p:nvPr/>
        </p:nvPicPr>
        <p:blipFill>
          <a:blip r:embed="rId3"/>
          <a:srcRect l="9091" t="20348" b="3041"/>
          <a:stretch/>
        </p:blipFill>
        <p:spPr>
          <a:xfrm>
            <a:off x="2" y="10"/>
            <a:ext cx="12191695" cy="6857990"/>
          </a:xfrm>
          <a:prstGeom prst="rect">
            <a:avLst/>
          </a:prstGeom>
        </p:spPr>
      </p:pic>
      <p:sp>
        <p:nvSpPr>
          <p:cNvPr id="35" name="Rectangle 34">
            <a:extLst>
              <a:ext uri="{FF2B5EF4-FFF2-40B4-BE49-F238E27FC236}">
                <a16:creationId xmlns:a16="http://schemas.microsoft.com/office/drawing/2014/main" id="{6A0FFA78-985C-4F50-B21A-77045C7DF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96786" y="3064931"/>
            <a:ext cx="8295215" cy="2488568"/>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9AEE944A-853A-C43E-D480-351A6A13E286}"/>
              </a:ext>
            </a:extLst>
          </p:cNvPr>
          <p:cNvSpPr>
            <a:spLocks noGrp="1"/>
          </p:cNvSpPr>
          <p:nvPr>
            <p:ph type="title"/>
          </p:nvPr>
        </p:nvSpPr>
        <p:spPr>
          <a:xfrm>
            <a:off x="4065511" y="3236470"/>
            <a:ext cx="6832500" cy="1252601"/>
          </a:xfrm>
        </p:spPr>
        <p:txBody>
          <a:bodyPr vert="horz" lIns="91440" tIns="45720" rIns="91440" bIns="0" rtlCol="0" anchor="b">
            <a:normAutofit/>
          </a:bodyPr>
          <a:lstStyle/>
          <a:p>
            <a:r>
              <a:rPr lang="en-US" sz="4100" dirty="0">
                <a:solidFill>
                  <a:srgbClr val="FFFFFE"/>
                </a:solidFill>
              </a:rPr>
              <a:t>Data Collection and Cleaning</a:t>
            </a:r>
          </a:p>
        </p:txBody>
      </p:sp>
      <p:cxnSp>
        <p:nvCxnSpPr>
          <p:cNvPr id="37" name="Straight Connector 36">
            <a:extLst>
              <a:ext uri="{FF2B5EF4-FFF2-40B4-BE49-F238E27FC236}">
                <a16:creationId xmlns:a16="http://schemas.microsoft.com/office/drawing/2014/main" id="{65409EC7-69B1-45CC-8FB7-1964C1AB672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65509" y="4666480"/>
            <a:ext cx="6832499" cy="0"/>
          </a:xfrm>
          <a:prstGeom prst="line">
            <a:avLst/>
          </a:prstGeom>
          <a:ln w="31750">
            <a:solidFill>
              <a:srgbClr val="4653FF"/>
            </a:solidFill>
          </a:ln>
        </p:spPr>
        <p:style>
          <a:lnRef idx="3">
            <a:schemeClr val="accent1"/>
          </a:lnRef>
          <a:fillRef idx="0">
            <a:schemeClr val="accent1"/>
          </a:fillRef>
          <a:effectRef idx="2">
            <a:schemeClr val="accent1"/>
          </a:effectRef>
          <a:fontRef idx="minor">
            <a:schemeClr val="tx1"/>
          </a:fontRef>
        </p:style>
      </p:cxnSp>
      <p:sp>
        <p:nvSpPr>
          <p:cNvPr id="2" name="Title 1">
            <a:extLst>
              <a:ext uri="{FF2B5EF4-FFF2-40B4-BE49-F238E27FC236}">
                <a16:creationId xmlns:a16="http://schemas.microsoft.com/office/drawing/2014/main" id="{F8FE2F6B-2885-37F0-A926-9DBBA6E88EC9}"/>
              </a:ext>
            </a:extLst>
          </p:cNvPr>
          <p:cNvSpPr txBox="1">
            <a:spLocks/>
          </p:cNvSpPr>
          <p:nvPr/>
        </p:nvSpPr>
        <p:spPr>
          <a:xfrm rot="16200000">
            <a:off x="-2497731" y="2878203"/>
            <a:ext cx="3272093" cy="155464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r>
              <a:rPr lang="en-US" b="1"/>
              <a:t>Data Collection overview</a:t>
            </a:r>
            <a:endParaRPr lang="en-IN" b="1" dirty="0"/>
          </a:p>
        </p:txBody>
      </p:sp>
    </p:spTree>
    <p:extLst>
      <p:ext uri="{BB962C8B-B14F-4D97-AF65-F5344CB8AC3E}">
        <p14:creationId xmlns:p14="http://schemas.microsoft.com/office/powerpoint/2010/main" val="201194442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32D32A60-013B-47A8-8833-D242408091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E27932B-B694-4C4C-90D7-A0333A7C58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4ED97829-10DA-7C5B-693E-E953CE7135C3}"/>
              </a:ext>
            </a:extLst>
          </p:cNvPr>
          <p:cNvSpPr>
            <a:spLocks noGrp="1"/>
          </p:cNvSpPr>
          <p:nvPr>
            <p:ph type="title"/>
          </p:nvPr>
        </p:nvSpPr>
        <p:spPr>
          <a:xfrm>
            <a:off x="1451579" y="2303047"/>
            <a:ext cx="3272093" cy="2674198"/>
          </a:xfrm>
        </p:spPr>
        <p:txBody>
          <a:bodyPr anchor="t">
            <a:normAutofit/>
          </a:bodyPr>
          <a:lstStyle/>
          <a:p>
            <a:r>
              <a:rPr lang="en-US" b="1" dirty="0"/>
              <a:t>Data Collection overview</a:t>
            </a:r>
            <a:endParaRPr lang="en-IN" b="1" dirty="0"/>
          </a:p>
        </p:txBody>
      </p:sp>
      <p:cxnSp>
        <p:nvCxnSpPr>
          <p:cNvPr id="16" name="Straight Connector 15">
            <a:extLst>
              <a:ext uri="{FF2B5EF4-FFF2-40B4-BE49-F238E27FC236}">
                <a16:creationId xmlns:a16="http://schemas.microsoft.com/office/drawing/2014/main" id="{9EBB0476-5CF0-4F44-8D68-5D42D7AEE43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1579" y="2146542"/>
            <a:ext cx="3272094"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18" name="Title 1">
            <a:extLst>
              <a:ext uri="{FF2B5EF4-FFF2-40B4-BE49-F238E27FC236}">
                <a16:creationId xmlns:a16="http://schemas.microsoft.com/office/drawing/2014/main" id="{A9DA474E-6B91-4200-840F-0257B2358A75}"/>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51580" y="3122496"/>
            <a:ext cx="3530157" cy="1049235"/>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endParaRPr lang="en-US" dirty="0"/>
          </a:p>
        </p:txBody>
      </p:sp>
      <p:pic>
        <p:nvPicPr>
          <p:cNvPr id="20" name="Picture 19">
            <a:extLst>
              <a:ext uri="{FF2B5EF4-FFF2-40B4-BE49-F238E27FC236}">
                <a16:creationId xmlns:a16="http://schemas.microsoft.com/office/drawing/2014/main" id="{DF63C9AD-AE6E-4512-8171-91612E84CCF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22" name="Straight Connector 21">
            <a:extLst>
              <a:ext uri="{FF2B5EF4-FFF2-40B4-BE49-F238E27FC236}">
                <a16:creationId xmlns:a16="http://schemas.microsoft.com/office/drawing/2014/main" id="{FE1A49CE-B63D-457A-A180-1C883E1A63D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graphicFrame>
        <p:nvGraphicFramePr>
          <p:cNvPr id="7" name="Content Placeholder 2">
            <a:extLst>
              <a:ext uri="{FF2B5EF4-FFF2-40B4-BE49-F238E27FC236}">
                <a16:creationId xmlns:a16="http://schemas.microsoft.com/office/drawing/2014/main" id="{B36F86B3-EAF3-B13E-4A84-6782B2622B59}"/>
              </a:ext>
            </a:extLst>
          </p:cNvPr>
          <p:cNvGraphicFramePr>
            <a:graphicFrameLocks noGrp="1"/>
          </p:cNvGraphicFramePr>
          <p:nvPr>
            <p:ph idx="1"/>
            <p:extLst>
              <p:ext uri="{D42A27DB-BD31-4B8C-83A1-F6EECF244321}">
                <p14:modId xmlns:p14="http://schemas.microsoft.com/office/powerpoint/2010/main" val="8637224"/>
              </p:ext>
            </p:extLst>
          </p:nvPr>
        </p:nvGraphicFramePr>
        <p:xfrm>
          <a:off x="5141913" y="803275"/>
          <a:ext cx="5913437" cy="46370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le 1">
            <a:extLst>
              <a:ext uri="{FF2B5EF4-FFF2-40B4-BE49-F238E27FC236}">
                <a16:creationId xmlns:a16="http://schemas.microsoft.com/office/drawing/2014/main" id="{E0E4AB08-04C6-D20A-B459-9F566830400D}"/>
              </a:ext>
            </a:extLst>
          </p:cNvPr>
          <p:cNvSpPr txBox="1">
            <a:spLocks/>
          </p:cNvSpPr>
          <p:nvPr/>
        </p:nvSpPr>
        <p:spPr>
          <a:xfrm rot="16200000">
            <a:off x="-3137491" y="1563638"/>
            <a:ext cx="4176511" cy="1049235"/>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r>
              <a:rPr lang="en-IN" sz="2200" b="1" kern="100" dirty="0">
                <a:ea typeface="DengXian Light" panose="02010600030101010101" pitchFamily="2" charset="-122"/>
                <a:cs typeface="Angsana New" panose="02020603050405020304" pitchFamily="18" charset="-34"/>
              </a:rPr>
              <a:t>Basic Data Collection Techniques</a:t>
            </a:r>
            <a:endParaRPr lang="en-IN" sz="2200" dirty="0"/>
          </a:p>
        </p:txBody>
      </p:sp>
      <p:sp>
        <p:nvSpPr>
          <p:cNvPr id="4" name="TextBox 3">
            <a:extLst>
              <a:ext uri="{FF2B5EF4-FFF2-40B4-BE49-F238E27FC236}">
                <a16:creationId xmlns:a16="http://schemas.microsoft.com/office/drawing/2014/main" id="{5A583B02-F35E-0782-F351-9BB122310B31}"/>
              </a:ext>
            </a:extLst>
          </p:cNvPr>
          <p:cNvSpPr txBox="1"/>
          <p:nvPr/>
        </p:nvSpPr>
        <p:spPr>
          <a:xfrm rot="16200000">
            <a:off x="-1977656" y="4561367"/>
            <a:ext cx="2062716" cy="1200329"/>
          </a:xfrm>
          <a:prstGeom prst="rect">
            <a:avLst/>
          </a:prstGeom>
          <a:noFill/>
        </p:spPr>
        <p:txBody>
          <a:bodyPr wrap="square" rtlCol="0">
            <a:spAutoFit/>
          </a:bodyPr>
          <a:lstStyle/>
          <a:p>
            <a:r>
              <a:rPr lang="en-IN" b="1" dirty="0"/>
              <a:t>Primary Data Collection Methods</a:t>
            </a:r>
            <a:endParaRPr lang="fr-FR" dirty="0"/>
          </a:p>
          <a:p>
            <a:endParaRPr lang="en-IN" dirty="0"/>
          </a:p>
        </p:txBody>
      </p:sp>
    </p:spTree>
    <p:extLst>
      <p:ext uri="{BB962C8B-B14F-4D97-AF65-F5344CB8AC3E}">
        <p14:creationId xmlns:p14="http://schemas.microsoft.com/office/powerpoint/2010/main" val="109261473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5C3D674-3D59-4E93-80CA-0C0A9095E8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884B8F8-FDC9-498B-9960-5D7260AFCB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417737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a:extLst>
              <a:ext uri="{FF2B5EF4-FFF2-40B4-BE49-F238E27FC236}">
                <a16:creationId xmlns:a16="http://schemas.microsoft.com/office/drawing/2014/main" id="{EF5C2A6B-A1F9-B778-F9ED-26B1882C90C4}"/>
              </a:ext>
            </a:extLst>
          </p:cNvPr>
          <p:cNvSpPr>
            <a:spLocks noGrp="1"/>
          </p:cNvSpPr>
          <p:nvPr>
            <p:ph type="title"/>
          </p:nvPr>
        </p:nvSpPr>
        <p:spPr>
          <a:xfrm>
            <a:off x="1451580" y="804520"/>
            <a:ext cx="4176511" cy="1049235"/>
          </a:xfrm>
        </p:spPr>
        <p:txBody>
          <a:bodyPr>
            <a:normAutofit/>
          </a:bodyPr>
          <a:lstStyle/>
          <a:p>
            <a:r>
              <a:rPr lang="en-IN" sz="2200" b="1" kern="100" dirty="0">
                <a:effectLst/>
                <a:ea typeface="DengXian Light" panose="02010600030101010101" pitchFamily="2" charset="-122"/>
                <a:cs typeface="Angsana New" panose="02020603050405020304" pitchFamily="18" charset="-34"/>
              </a:rPr>
              <a:t>Basic Data Collection Techniques</a:t>
            </a:r>
            <a:endParaRPr lang="en-IN" sz="2200" dirty="0"/>
          </a:p>
        </p:txBody>
      </p:sp>
      <p:sp>
        <p:nvSpPr>
          <p:cNvPr id="14" name="Rectangle 13">
            <a:extLst>
              <a:ext uri="{FF2B5EF4-FFF2-40B4-BE49-F238E27FC236}">
                <a16:creationId xmlns:a16="http://schemas.microsoft.com/office/drawing/2014/main" id="{EF2A81E1-BCBE-426B-8C09-33274E6940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3" name="Content Placeholder 2">
            <a:extLst>
              <a:ext uri="{FF2B5EF4-FFF2-40B4-BE49-F238E27FC236}">
                <a16:creationId xmlns:a16="http://schemas.microsoft.com/office/drawing/2014/main" id="{5B6875F6-0A17-FBD2-CC58-A41E9F9518BC}"/>
              </a:ext>
            </a:extLst>
          </p:cNvPr>
          <p:cNvSpPr>
            <a:spLocks noGrp="1"/>
          </p:cNvSpPr>
          <p:nvPr>
            <p:ph idx="1"/>
          </p:nvPr>
        </p:nvSpPr>
        <p:spPr>
          <a:xfrm>
            <a:off x="1451581" y="2015732"/>
            <a:ext cx="4172212" cy="3450613"/>
          </a:xfrm>
        </p:spPr>
        <p:txBody>
          <a:bodyPr>
            <a:normAutofit/>
          </a:bodyPr>
          <a:lstStyle/>
          <a:p>
            <a:pPr marL="0" indent="0">
              <a:buNone/>
            </a:pPr>
            <a:r>
              <a:rPr lang="en-IN" b="1" dirty="0"/>
              <a:t>Primary Data Collection Methods</a:t>
            </a:r>
            <a:endParaRPr lang="fr-FR" dirty="0"/>
          </a:p>
          <a:p>
            <a:pPr lvl="1">
              <a:buFont typeface="+mj-lt"/>
              <a:buAutoNum type="arabicPeriod"/>
            </a:pPr>
            <a:r>
              <a:rPr lang="fr-FR" dirty="0"/>
              <a:t>Survey &amp; Questionnaires</a:t>
            </a:r>
          </a:p>
          <a:p>
            <a:pPr lvl="1">
              <a:buFont typeface="+mj-lt"/>
              <a:buAutoNum type="arabicPeriod"/>
            </a:pPr>
            <a:r>
              <a:rPr lang="fr-FR" dirty="0"/>
              <a:t>Interviews</a:t>
            </a:r>
          </a:p>
          <a:p>
            <a:pPr lvl="1">
              <a:buFont typeface="+mj-lt"/>
              <a:buAutoNum type="arabicPeriod"/>
            </a:pPr>
            <a:r>
              <a:rPr lang="fr-FR" dirty="0"/>
              <a:t>Observations</a:t>
            </a:r>
          </a:p>
          <a:p>
            <a:pPr lvl="1">
              <a:buFont typeface="+mj-lt"/>
              <a:buAutoNum type="arabicPeriod"/>
            </a:pPr>
            <a:r>
              <a:rPr lang="fr-FR" dirty="0"/>
              <a:t>Focus Groups</a:t>
            </a:r>
          </a:p>
        </p:txBody>
      </p:sp>
      <p:pic>
        <p:nvPicPr>
          <p:cNvPr id="7" name="Graphic 6" descr="Eye">
            <a:extLst>
              <a:ext uri="{FF2B5EF4-FFF2-40B4-BE49-F238E27FC236}">
                <a16:creationId xmlns:a16="http://schemas.microsoft.com/office/drawing/2014/main" id="{3A8BBF3B-E0B4-9AD4-6E2A-AE264E93780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44251" y="805583"/>
            <a:ext cx="4660762" cy="4660762"/>
          </a:xfrm>
          <a:prstGeom prst="rect">
            <a:avLst/>
          </a:prstGeom>
        </p:spPr>
      </p:pic>
      <p:pic>
        <p:nvPicPr>
          <p:cNvPr id="16" name="Picture 15">
            <a:extLst>
              <a:ext uri="{FF2B5EF4-FFF2-40B4-BE49-F238E27FC236}">
                <a16:creationId xmlns:a16="http://schemas.microsoft.com/office/drawing/2014/main" id="{39D1DDD4-5BB3-45BA-B9B3-06B62299AD7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8" name="Straight Connector 17">
            <a:extLst>
              <a:ext uri="{FF2B5EF4-FFF2-40B4-BE49-F238E27FC236}">
                <a16:creationId xmlns:a16="http://schemas.microsoft.com/office/drawing/2014/main" id="{A24DAE64-2302-42EA-8239-F2F0775CA5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4" name="Title 1">
            <a:extLst>
              <a:ext uri="{FF2B5EF4-FFF2-40B4-BE49-F238E27FC236}">
                <a16:creationId xmlns:a16="http://schemas.microsoft.com/office/drawing/2014/main" id="{F05D5B0A-296F-3A68-7340-7673950C761E}"/>
              </a:ext>
            </a:extLst>
          </p:cNvPr>
          <p:cNvSpPr txBox="1">
            <a:spLocks/>
          </p:cNvSpPr>
          <p:nvPr/>
        </p:nvSpPr>
        <p:spPr>
          <a:xfrm rot="16200000">
            <a:off x="-3137491" y="1563638"/>
            <a:ext cx="4176511" cy="1049235"/>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r>
              <a:rPr lang="en-IN" sz="2200" b="1" kern="100" dirty="0">
                <a:ea typeface="DengXian Light" panose="02010600030101010101" pitchFamily="2" charset="-122"/>
                <a:cs typeface="Angsana New" panose="02020603050405020304" pitchFamily="18" charset="-34"/>
              </a:rPr>
              <a:t>Basic Data Collection Techniques</a:t>
            </a:r>
            <a:endParaRPr lang="en-IN" sz="2200" dirty="0"/>
          </a:p>
        </p:txBody>
      </p:sp>
      <p:sp>
        <p:nvSpPr>
          <p:cNvPr id="5" name="TextBox 4">
            <a:extLst>
              <a:ext uri="{FF2B5EF4-FFF2-40B4-BE49-F238E27FC236}">
                <a16:creationId xmlns:a16="http://schemas.microsoft.com/office/drawing/2014/main" id="{6F1131B1-58C6-AF18-93A6-59E4942584C3}"/>
              </a:ext>
            </a:extLst>
          </p:cNvPr>
          <p:cNvSpPr txBox="1"/>
          <p:nvPr/>
        </p:nvSpPr>
        <p:spPr>
          <a:xfrm rot="16200000">
            <a:off x="-2266935" y="4956810"/>
            <a:ext cx="1881962" cy="1200329"/>
          </a:xfrm>
          <a:prstGeom prst="rect">
            <a:avLst/>
          </a:prstGeom>
          <a:noFill/>
        </p:spPr>
        <p:txBody>
          <a:bodyPr wrap="square" rtlCol="0">
            <a:spAutoFit/>
          </a:bodyPr>
          <a:lstStyle/>
          <a:p>
            <a:r>
              <a:rPr lang="en-IN" sz="1800" b="1" dirty="0"/>
              <a:t>Secondary Data Collection Methods</a:t>
            </a:r>
            <a:endParaRPr lang="en-US" sz="1800" dirty="0"/>
          </a:p>
          <a:p>
            <a:endParaRPr lang="en-IN" dirty="0"/>
          </a:p>
        </p:txBody>
      </p:sp>
    </p:spTree>
    <p:extLst>
      <p:ext uri="{BB962C8B-B14F-4D97-AF65-F5344CB8AC3E}">
        <p14:creationId xmlns:p14="http://schemas.microsoft.com/office/powerpoint/2010/main" val="393623996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5C3D674-3D59-4E93-80CA-0C0A9095E8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884B8F8-FDC9-498B-9960-5D7260AFCB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417737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a:extLst>
              <a:ext uri="{FF2B5EF4-FFF2-40B4-BE49-F238E27FC236}">
                <a16:creationId xmlns:a16="http://schemas.microsoft.com/office/drawing/2014/main" id="{87E43023-998B-E070-DD47-689230BAFF3E}"/>
              </a:ext>
            </a:extLst>
          </p:cNvPr>
          <p:cNvSpPr>
            <a:spLocks noGrp="1"/>
          </p:cNvSpPr>
          <p:nvPr>
            <p:ph type="title"/>
          </p:nvPr>
        </p:nvSpPr>
        <p:spPr>
          <a:xfrm>
            <a:off x="1451580" y="804520"/>
            <a:ext cx="4176511" cy="1049235"/>
          </a:xfrm>
        </p:spPr>
        <p:txBody>
          <a:bodyPr>
            <a:normAutofit/>
          </a:bodyPr>
          <a:lstStyle/>
          <a:p>
            <a:r>
              <a:rPr lang="en-IN" sz="2200" b="1" kern="100">
                <a:effectLst/>
                <a:ea typeface="DengXian Light" panose="02010600030101010101" pitchFamily="2" charset="-122"/>
                <a:cs typeface="Angsana New" panose="02020603050405020304" pitchFamily="18" charset="-34"/>
              </a:rPr>
              <a:t>Basic Data Collection Techniques</a:t>
            </a:r>
            <a:endParaRPr lang="en-IN" sz="2200"/>
          </a:p>
        </p:txBody>
      </p:sp>
      <p:sp>
        <p:nvSpPr>
          <p:cNvPr id="14" name="Rectangle 13">
            <a:extLst>
              <a:ext uri="{FF2B5EF4-FFF2-40B4-BE49-F238E27FC236}">
                <a16:creationId xmlns:a16="http://schemas.microsoft.com/office/drawing/2014/main" id="{EF2A81E1-BCBE-426B-8C09-33274E6940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3" name="Content Placeholder 2">
            <a:extLst>
              <a:ext uri="{FF2B5EF4-FFF2-40B4-BE49-F238E27FC236}">
                <a16:creationId xmlns:a16="http://schemas.microsoft.com/office/drawing/2014/main" id="{DDD78F32-6BD4-B9B7-B151-55AA332E0317}"/>
              </a:ext>
            </a:extLst>
          </p:cNvPr>
          <p:cNvSpPr>
            <a:spLocks noGrp="1"/>
          </p:cNvSpPr>
          <p:nvPr>
            <p:ph idx="1"/>
          </p:nvPr>
        </p:nvSpPr>
        <p:spPr>
          <a:xfrm>
            <a:off x="1451581" y="2015732"/>
            <a:ext cx="4172212" cy="3450613"/>
          </a:xfrm>
        </p:spPr>
        <p:txBody>
          <a:bodyPr>
            <a:normAutofit/>
          </a:bodyPr>
          <a:lstStyle/>
          <a:p>
            <a:pPr marL="0" indent="0">
              <a:buNone/>
            </a:pPr>
            <a:r>
              <a:rPr lang="en-IN" sz="1700" b="1" dirty="0"/>
              <a:t>Secondary Data Collection Methods</a:t>
            </a:r>
            <a:endParaRPr lang="en-US" sz="1700" dirty="0"/>
          </a:p>
          <a:p>
            <a:pPr lvl="1">
              <a:buFont typeface="+mj-lt"/>
              <a:buAutoNum type="arabicPeriod"/>
            </a:pPr>
            <a:r>
              <a:rPr lang="en-US" sz="1700" dirty="0"/>
              <a:t>Company Records &amp; Internal Databases</a:t>
            </a:r>
          </a:p>
          <a:p>
            <a:pPr lvl="1">
              <a:buFont typeface="+mj-lt"/>
              <a:buAutoNum type="arabicPeriod"/>
            </a:pPr>
            <a:r>
              <a:rPr lang="en-US" sz="1700" dirty="0"/>
              <a:t>Government Reports &amp; Public Data</a:t>
            </a:r>
          </a:p>
          <a:p>
            <a:pPr lvl="1">
              <a:buFont typeface="+mj-lt"/>
              <a:buAutoNum type="arabicPeriod"/>
            </a:pPr>
            <a:r>
              <a:rPr lang="en-US" sz="1700" dirty="0"/>
              <a:t>Industry Reports &amp; Market Research</a:t>
            </a:r>
          </a:p>
          <a:p>
            <a:pPr lvl="1">
              <a:buFont typeface="+mj-lt"/>
              <a:buAutoNum type="arabicPeriod"/>
            </a:pPr>
            <a:r>
              <a:rPr lang="en-US" sz="1700" dirty="0"/>
              <a:t>Social Media &amp; Web Analytics</a:t>
            </a:r>
          </a:p>
          <a:p>
            <a:pPr lvl="1">
              <a:buFont typeface="+mj-lt"/>
              <a:buAutoNum type="arabicPeriod"/>
            </a:pPr>
            <a:r>
              <a:rPr lang="en-US" sz="1700" dirty="0"/>
              <a:t>Web Scraping &amp; APIs</a:t>
            </a:r>
          </a:p>
        </p:txBody>
      </p:sp>
      <p:pic>
        <p:nvPicPr>
          <p:cNvPr id="7" name="Graphic 6" descr="Newspaper">
            <a:extLst>
              <a:ext uri="{FF2B5EF4-FFF2-40B4-BE49-F238E27FC236}">
                <a16:creationId xmlns:a16="http://schemas.microsoft.com/office/drawing/2014/main" id="{DE4A91C0-A3AC-A0A7-A7F8-B75D12BC1D7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44251" y="805583"/>
            <a:ext cx="4660762" cy="4660762"/>
          </a:xfrm>
          <a:prstGeom prst="rect">
            <a:avLst/>
          </a:prstGeom>
        </p:spPr>
      </p:pic>
      <p:pic>
        <p:nvPicPr>
          <p:cNvPr id="16" name="Picture 15">
            <a:extLst>
              <a:ext uri="{FF2B5EF4-FFF2-40B4-BE49-F238E27FC236}">
                <a16:creationId xmlns:a16="http://schemas.microsoft.com/office/drawing/2014/main" id="{39D1DDD4-5BB3-45BA-B9B3-06B62299AD7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8" name="Straight Connector 17">
            <a:extLst>
              <a:ext uri="{FF2B5EF4-FFF2-40B4-BE49-F238E27FC236}">
                <a16:creationId xmlns:a16="http://schemas.microsoft.com/office/drawing/2014/main" id="{A24DAE64-2302-42EA-8239-F2F0775CA5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4" name="Title 1">
            <a:extLst>
              <a:ext uri="{FF2B5EF4-FFF2-40B4-BE49-F238E27FC236}">
                <a16:creationId xmlns:a16="http://schemas.microsoft.com/office/drawing/2014/main" id="{AF227EE1-2FDE-355E-A1B7-6A5D62A4BA81}"/>
              </a:ext>
            </a:extLst>
          </p:cNvPr>
          <p:cNvSpPr txBox="1">
            <a:spLocks/>
          </p:cNvSpPr>
          <p:nvPr/>
        </p:nvSpPr>
        <p:spPr>
          <a:xfrm rot="16669854">
            <a:off x="-3202734" y="962746"/>
            <a:ext cx="4176511" cy="1049235"/>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r>
              <a:rPr lang="en-IN" sz="2200" b="1"/>
              <a:t>Basic Data Cleaning Techniques</a:t>
            </a:r>
            <a:br>
              <a:rPr lang="en-IN" sz="2200"/>
            </a:br>
            <a:endParaRPr lang="en-IN" sz="2200" dirty="0"/>
          </a:p>
        </p:txBody>
      </p:sp>
      <p:sp>
        <p:nvSpPr>
          <p:cNvPr id="5" name="Content Placeholder 2">
            <a:extLst>
              <a:ext uri="{FF2B5EF4-FFF2-40B4-BE49-F238E27FC236}">
                <a16:creationId xmlns:a16="http://schemas.microsoft.com/office/drawing/2014/main" id="{07005F0F-D316-8936-950A-7CF97EA96B08}"/>
              </a:ext>
            </a:extLst>
          </p:cNvPr>
          <p:cNvSpPr txBox="1">
            <a:spLocks/>
          </p:cNvSpPr>
          <p:nvPr/>
        </p:nvSpPr>
        <p:spPr>
          <a:xfrm>
            <a:off x="-2755367" y="4680826"/>
            <a:ext cx="3053079" cy="2573989"/>
          </a:xfrm>
          <a:prstGeom prst="rect">
            <a:avLst/>
          </a:prstGeom>
        </p:spPr>
        <p:txBody>
          <a:bodyPr vert="horz" lIns="91440" tIns="45720" rIns="91440" bIns="45720" rtlCol="0" anchor="t">
            <a:normAutofit fontScale="92500" lnSpcReduction="10000"/>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a:buFont typeface="+mj-lt"/>
              <a:buAutoNum type="arabicPeriod"/>
            </a:pPr>
            <a:r>
              <a:rPr lang="en-US"/>
              <a:t>Handling Missing Data</a:t>
            </a:r>
          </a:p>
          <a:p>
            <a:pPr>
              <a:buFont typeface="+mj-lt"/>
              <a:buAutoNum type="arabicPeriod"/>
            </a:pPr>
            <a:r>
              <a:rPr lang="en-US"/>
              <a:t>Removing Duplicates</a:t>
            </a:r>
          </a:p>
          <a:p>
            <a:pPr>
              <a:buFont typeface="+mj-lt"/>
              <a:buAutoNum type="arabicPeriod"/>
            </a:pPr>
            <a:r>
              <a:rPr lang="en-US"/>
              <a:t>Correcting Inconsistent Data</a:t>
            </a:r>
          </a:p>
          <a:p>
            <a:pPr>
              <a:buFont typeface="+mj-lt"/>
              <a:buAutoNum type="arabicPeriod"/>
            </a:pPr>
            <a:r>
              <a:rPr lang="en-US"/>
              <a:t>Handling Outliers</a:t>
            </a:r>
          </a:p>
          <a:p>
            <a:pPr>
              <a:buFont typeface="+mj-lt"/>
              <a:buAutoNum type="arabicPeriod"/>
            </a:pPr>
            <a:r>
              <a:rPr lang="en-US"/>
              <a:t>Data Type Conversion</a:t>
            </a:r>
            <a:endParaRPr lang="en-US" dirty="0"/>
          </a:p>
        </p:txBody>
      </p:sp>
    </p:spTree>
    <p:extLst>
      <p:ext uri="{BB962C8B-B14F-4D97-AF65-F5344CB8AC3E}">
        <p14:creationId xmlns:p14="http://schemas.microsoft.com/office/powerpoint/2010/main" val="213209793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5C3D674-3D59-4E93-80CA-0C0A9095E8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884B8F8-FDC9-498B-9960-5D7260AFCB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417737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a:extLst>
              <a:ext uri="{FF2B5EF4-FFF2-40B4-BE49-F238E27FC236}">
                <a16:creationId xmlns:a16="http://schemas.microsoft.com/office/drawing/2014/main" id="{5FE5DE4C-58F1-BE99-D2AE-54E5239EAEEC}"/>
              </a:ext>
            </a:extLst>
          </p:cNvPr>
          <p:cNvSpPr>
            <a:spLocks noGrp="1"/>
          </p:cNvSpPr>
          <p:nvPr>
            <p:ph type="title"/>
          </p:nvPr>
        </p:nvSpPr>
        <p:spPr>
          <a:xfrm>
            <a:off x="1451580" y="804520"/>
            <a:ext cx="4176511" cy="1049235"/>
          </a:xfrm>
        </p:spPr>
        <p:txBody>
          <a:bodyPr>
            <a:normAutofit/>
          </a:bodyPr>
          <a:lstStyle/>
          <a:p>
            <a:r>
              <a:rPr lang="en-IN" sz="2200" b="1" dirty="0"/>
              <a:t>Basic Data Cleaning Techniques</a:t>
            </a:r>
            <a:br>
              <a:rPr lang="en-IN" sz="2200" dirty="0"/>
            </a:br>
            <a:endParaRPr lang="en-IN" sz="2200" dirty="0"/>
          </a:p>
        </p:txBody>
      </p:sp>
      <p:sp>
        <p:nvSpPr>
          <p:cNvPr id="14" name="Rectangle 13">
            <a:extLst>
              <a:ext uri="{FF2B5EF4-FFF2-40B4-BE49-F238E27FC236}">
                <a16:creationId xmlns:a16="http://schemas.microsoft.com/office/drawing/2014/main" id="{EF2A81E1-BCBE-426B-8C09-33274E6940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3" name="Content Placeholder 2">
            <a:extLst>
              <a:ext uri="{FF2B5EF4-FFF2-40B4-BE49-F238E27FC236}">
                <a16:creationId xmlns:a16="http://schemas.microsoft.com/office/drawing/2014/main" id="{2D34E662-2103-5A92-8472-A93CF757C31A}"/>
              </a:ext>
            </a:extLst>
          </p:cNvPr>
          <p:cNvSpPr>
            <a:spLocks noGrp="1"/>
          </p:cNvSpPr>
          <p:nvPr>
            <p:ph idx="1"/>
          </p:nvPr>
        </p:nvSpPr>
        <p:spPr>
          <a:xfrm>
            <a:off x="1451581" y="2015732"/>
            <a:ext cx="4172212" cy="3450613"/>
          </a:xfrm>
        </p:spPr>
        <p:txBody>
          <a:bodyPr>
            <a:normAutofit/>
          </a:bodyPr>
          <a:lstStyle/>
          <a:p>
            <a:pPr>
              <a:buFont typeface="+mj-lt"/>
              <a:buAutoNum type="arabicPeriod"/>
            </a:pPr>
            <a:r>
              <a:rPr lang="en-US" dirty="0"/>
              <a:t>Handling Missing Data</a:t>
            </a:r>
          </a:p>
          <a:p>
            <a:pPr>
              <a:buFont typeface="+mj-lt"/>
              <a:buAutoNum type="arabicPeriod"/>
            </a:pPr>
            <a:r>
              <a:rPr lang="en-US" dirty="0"/>
              <a:t>Removing Duplicates</a:t>
            </a:r>
          </a:p>
          <a:p>
            <a:pPr>
              <a:buFont typeface="+mj-lt"/>
              <a:buAutoNum type="arabicPeriod"/>
            </a:pPr>
            <a:r>
              <a:rPr lang="en-US" dirty="0"/>
              <a:t>Correcting Inconsistent Data</a:t>
            </a:r>
          </a:p>
          <a:p>
            <a:pPr>
              <a:buFont typeface="+mj-lt"/>
              <a:buAutoNum type="arabicPeriod"/>
            </a:pPr>
            <a:r>
              <a:rPr lang="en-US" dirty="0"/>
              <a:t>Handling Outliers</a:t>
            </a:r>
          </a:p>
          <a:p>
            <a:pPr>
              <a:buFont typeface="+mj-lt"/>
              <a:buAutoNum type="arabicPeriod"/>
            </a:pPr>
            <a:r>
              <a:rPr lang="en-US" dirty="0"/>
              <a:t>Data Type Conversion</a:t>
            </a:r>
          </a:p>
        </p:txBody>
      </p:sp>
      <p:pic>
        <p:nvPicPr>
          <p:cNvPr id="7" name="Graphic 6" descr="Sync">
            <a:extLst>
              <a:ext uri="{FF2B5EF4-FFF2-40B4-BE49-F238E27FC236}">
                <a16:creationId xmlns:a16="http://schemas.microsoft.com/office/drawing/2014/main" id="{194657E2-9EE0-8227-9583-AD2438C80A3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44251" y="805583"/>
            <a:ext cx="4660762" cy="4660762"/>
          </a:xfrm>
          <a:prstGeom prst="rect">
            <a:avLst/>
          </a:prstGeom>
        </p:spPr>
      </p:pic>
      <p:pic>
        <p:nvPicPr>
          <p:cNvPr id="16" name="Picture 15">
            <a:extLst>
              <a:ext uri="{FF2B5EF4-FFF2-40B4-BE49-F238E27FC236}">
                <a16:creationId xmlns:a16="http://schemas.microsoft.com/office/drawing/2014/main" id="{39D1DDD4-5BB3-45BA-B9B3-06B62299AD7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8" name="Straight Connector 17">
            <a:extLst>
              <a:ext uri="{FF2B5EF4-FFF2-40B4-BE49-F238E27FC236}">
                <a16:creationId xmlns:a16="http://schemas.microsoft.com/office/drawing/2014/main" id="{A24DAE64-2302-42EA-8239-F2F0775CA5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4" name="Title 1">
            <a:extLst>
              <a:ext uri="{FF2B5EF4-FFF2-40B4-BE49-F238E27FC236}">
                <a16:creationId xmlns:a16="http://schemas.microsoft.com/office/drawing/2014/main" id="{AA801CC5-7570-74A7-AC54-395E0826C791}"/>
              </a:ext>
            </a:extLst>
          </p:cNvPr>
          <p:cNvSpPr txBox="1">
            <a:spLocks/>
          </p:cNvSpPr>
          <p:nvPr/>
        </p:nvSpPr>
        <p:spPr>
          <a:xfrm rot="16200000">
            <a:off x="-2361927" y="4214694"/>
            <a:ext cx="3193050" cy="15228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r>
              <a:rPr lang="en-IN" b="1"/>
              <a:t>Handling Missing Data</a:t>
            </a:r>
            <a:endParaRPr lang="en-IN" dirty="0"/>
          </a:p>
        </p:txBody>
      </p:sp>
    </p:spTree>
    <p:extLst>
      <p:ext uri="{BB962C8B-B14F-4D97-AF65-F5344CB8AC3E}">
        <p14:creationId xmlns:p14="http://schemas.microsoft.com/office/powerpoint/2010/main" val="303883220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C6870151-9189-4C3A-8379-EF3D95827A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Desk with productivity items">
            <a:extLst>
              <a:ext uri="{FF2B5EF4-FFF2-40B4-BE49-F238E27FC236}">
                <a16:creationId xmlns:a16="http://schemas.microsoft.com/office/drawing/2014/main" id="{7EC584B4-3B68-CD43-F4A8-9FB0DFCA94F0}"/>
              </a:ext>
            </a:extLst>
          </p:cNvPr>
          <p:cNvPicPr>
            <a:picLocks noChangeAspect="1"/>
          </p:cNvPicPr>
          <p:nvPr/>
        </p:nvPicPr>
        <p:blipFill>
          <a:blip r:embed="rId2">
            <a:alphaModFix amt="50000"/>
          </a:blip>
          <a:srcRect r="-1" b="15728"/>
          <a:stretch/>
        </p:blipFill>
        <p:spPr>
          <a:xfrm>
            <a:off x="305" y="10"/>
            <a:ext cx="12191695" cy="6857990"/>
          </a:xfrm>
          <a:prstGeom prst="rect">
            <a:avLst/>
          </a:prstGeom>
        </p:spPr>
      </p:pic>
      <p:sp>
        <p:nvSpPr>
          <p:cNvPr id="20" name="Slide Number Placeholder 7">
            <a:extLst>
              <a:ext uri="{FF2B5EF4-FFF2-40B4-BE49-F238E27FC236}">
                <a16:creationId xmlns:a16="http://schemas.microsoft.com/office/drawing/2014/main" id="{123EA69C-102A-4DD0-9547-05DCD271D159}"/>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12301" y="443732"/>
            <a:ext cx="811019" cy="503578"/>
          </a:xfrm>
          <a:prstGeom prst="rect">
            <a:avLst/>
          </a:prstGeom>
        </p:spPr>
        <p:txBody>
          <a:bodyPr vert="horz" lIns="91440" tIns="45720" rIns="91440" bIns="45720" rtlCol="0" anchor="t"/>
          <a:lstStyle>
            <a:defPPr>
              <a:defRPr lang="en-US"/>
            </a:defPPr>
            <a:lvl1pPr marL="0" algn="r" defTabSz="457200" rtl="0" eaLnBrk="1" latinLnBrk="0" hangingPunct="1">
              <a:defRPr sz="28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22" name="Footer Placeholder 6">
            <a:extLst>
              <a:ext uri="{FF2B5EF4-FFF2-40B4-BE49-F238E27FC236}">
                <a16:creationId xmlns:a16="http://schemas.microsoft.com/office/drawing/2014/main" id="{6A862265-5CA3-4C40-8582-7534C3B03C2A}"/>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76636" y="540921"/>
            <a:ext cx="4973915" cy="309201"/>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24" name="Rectangle 23">
            <a:extLst>
              <a:ext uri="{FF2B5EF4-FFF2-40B4-BE49-F238E27FC236}">
                <a16:creationId xmlns:a16="http://schemas.microsoft.com/office/drawing/2014/main" id="{600EF80B-0391-4082-9AF5-F15B091B4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93800"/>
            <a:ext cx="12192000" cy="5664199"/>
          </a:xfrm>
          <a:prstGeom prst="rect">
            <a:avLst/>
          </a:prstGeom>
          <a:gradFill flip="none" rotWithShape="1">
            <a:gsLst>
              <a:gs pos="0">
                <a:schemeClr val="bg2">
                  <a:lumMod val="87000"/>
                  <a:alpha val="4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C8A6950D-82A9-F8C9-35A1-55289D92CD0B}"/>
              </a:ext>
            </a:extLst>
          </p:cNvPr>
          <p:cNvSpPr>
            <a:spLocks noGrp="1"/>
          </p:cNvSpPr>
          <p:nvPr>
            <p:ph type="title"/>
          </p:nvPr>
        </p:nvSpPr>
        <p:spPr>
          <a:xfrm>
            <a:off x="1130271" y="1193800"/>
            <a:ext cx="3193050" cy="4699000"/>
          </a:xfrm>
        </p:spPr>
        <p:txBody>
          <a:bodyPr anchor="ctr">
            <a:normAutofit/>
          </a:bodyPr>
          <a:lstStyle/>
          <a:p>
            <a:r>
              <a:rPr lang="en-IN" b="1" dirty="0"/>
              <a:t>Handling Missing Data</a:t>
            </a:r>
            <a:endParaRPr lang="en-IN" dirty="0"/>
          </a:p>
        </p:txBody>
      </p:sp>
      <p:cxnSp>
        <p:nvCxnSpPr>
          <p:cNvPr id="26" name="Straight Connector 25">
            <a:extLst>
              <a:ext uri="{FF2B5EF4-FFF2-40B4-BE49-F238E27FC236}">
                <a16:creationId xmlns:a16="http://schemas.microsoft.com/office/drawing/2014/main" id="{D33AC32D-5F44-45F7-A0BD-7C11A86BED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600200"/>
            <a:ext cx="0" cy="3657600"/>
          </a:xfrm>
          <a:prstGeom prst="line">
            <a:avLst/>
          </a:prstGeom>
          <a:ln w="31750">
            <a:solidFill>
              <a:schemeClr val="tx1">
                <a:alpha val="80000"/>
              </a:schemeClr>
            </a:solidFill>
          </a:ln>
        </p:spPr>
        <p:style>
          <a:lnRef idx="1">
            <a:schemeClr val="accent1"/>
          </a:lnRef>
          <a:fillRef idx="0">
            <a:schemeClr val="accent1"/>
          </a:fillRef>
          <a:effectRef idx="0">
            <a:schemeClr val="accent1"/>
          </a:effectRef>
          <a:fontRef idx="minor">
            <a:schemeClr val="tx1"/>
          </a:fontRef>
        </p:style>
      </p:cxnSp>
      <p:sp>
        <p:nvSpPr>
          <p:cNvPr id="4" name="Rectangle 1">
            <a:extLst>
              <a:ext uri="{FF2B5EF4-FFF2-40B4-BE49-F238E27FC236}">
                <a16:creationId xmlns:a16="http://schemas.microsoft.com/office/drawing/2014/main" id="{96A39DEF-85EC-F4B2-1E70-1D6F7AE9421A}"/>
              </a:ext>
            </a:extLst>
          </p:cNvPr>
          <p:cNvSpPr>
            <a:spLocks noGrp="1" noChangeArrowheads="1"/>
          </p:cNvSpPr>
          <p:nvPr>
            <p:ph idx="1"/>
          </p:nvPr>
        </p:nvSpPr>
        <p:spPr bwMode="auto">
          <a:xfrm>
            <a:off x="4976636" y="1193800"/>
            <a:ext cx="6085091" cy="46990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None/>
              <a:tabLst/>
            </a:pPr>
            <a:r>
              <a:rPr kumimoji="0" lang="en-US" altLang="en-US" b="1" i="0" u="none" strike="noStrike" cap="none" normalizeH="0" baseline="0">
                <a:ln>
                  <a:noFill/>
                </a:ln>
                <a:effectLst/>
                <a:latin typeface="Arial" panose="020B0604020202020204" pitchFamily="34" charset="0"/>
              </a:rPr>
              <a:t>Methods:</a:t>
            </a:r>
          </a:p>
          <a:p>
            <a:pPr marL="457200" lvl="1" indent="0" eaLnBrk="0" fontAlgn="base" hangingPunct="0">
              <a:spcBef>
                <a:spcPct val="0"/>
              </a:spcBef>
              <a:spcAft>
                <a:spcPts val="600"/>
              </a:spcAft>
              <a:buClrTx/>
              <a:buSzTx/>
              <a:buFontTx/>
              <a:buChar char="•"/>
            </a:pPr>
            <a:r>
              <a:rPr kumimoji="0" lang="en-US" altLang="en-US" b="0" i="0" u="none" strike="noStrike" cap="none" normalizeH="0" baseline="0">
                <a:ln>
                  <a:noFill/>
                </a:ln>
                <a:effectLst/>
                <a:latin typeface="Arial" panose="020B0604020202020204" pitchFamily="34" charset="0"/>
              </a:rPr>
              <a:t>Deletion</a:t>
            </a:r>
          </a:p>
          <a:p>
            <a:pPr marL="457200" lvl="1" indent="0" eaLnBrk="0" fontAlgn="base" hangingPunct="0">
              <a:spcBef>
                <a:spcPct val="0"/>
              </a:spcBef>
              <a:spcAft>
                <a:spcPts val="600"/>
              </a:spcAft>
              <a:buClrTx/>
              <a:buSzTx/>
              <a:buFontTx/>
              <a:buChar char="•"/>
            </a:pPr>
            <a:r>
              <a:rPr kumimoji="0" lang="en-US" altLang="en-US" b="0" i="0" u="none" strike="noStrike" cap="none" normalizeH="0" baseline="0">
                <a:ln>
                  <a:noFill/>
                </a:ln>
                <a:effectLst/>
                <a:latin typeface="Arial" panose="020B0604020202020204" pitchFamily="34" charset="0"/>
              </a:rPr>
              <a:t>Imputation (Mean/Median/Mode)</a:t>
            </a:r>
          </a:p>
          <a:p>
            <a:pPr marL="457200" lvl="1" indent="0" eaLnBrk="0" fontAlgn="base" hangingPunct="0">
              <a:spcBef>
                <a:spcPct val="0"/>
              </a:spcBef>
              <a:spcAft>
                <a:spcPts val="600"/>
              </a:spcAft>
              <a:buClrTx/>
              <a:buSzTx/>
              <a:buFontTx/>
              <a:buChar char="•"/>
            </a:pPr>
            <a:r>
              <a:rPr kumimoji="0" lang="en-US" altLang="en-US" b="0" i="0" u="none" strike="noStrike" cap="none" normalizeH="0" baseline="0">
                <a:ln>
                  <a:noFill/>
                </a:ln>
                <a:effectLst/>
                <a:latin typeface="Arial" panose="020B0604020202020204" pitchFamily="34" charset="0"/>
              </a:rPr>
              <a:t>Forward/Backward Fill</a:t>
            </a:r>
          </a:p>
          <a:p>
            <a:pPr marL="457200" lvl="1" indent="0" eaLnBrk="0" fontAlgn="base" hangingPunct="0">
              <a:spcBef>
                <a:spcPct val="0"/>
              </a:spcBef>
              <a:spcAft>
                <a:spcPts val="600"/>
              </a:spcAft>
              <a:buClrTx/>
              <a:buSzTx/>
              <a:buNone/>
            </a:pPr>
            <a:endParaRPr lang="en-US" altLang="en-US">
              <a:latin typeface="Arial" panose="020B0604020202020204" pitchFamily="34" charset="0"/>
            </a:endParaRPr>
          </a:p>
          <a:p>
            <a:pPr marL="457200" lvl="1" indent="0" eaLnBrk="0" fontAlgn="base" hangingPunct="0">
              <a:spcBef>
                <a:spcPct val="0"/>
              </a:spcBef>
              <a:spcAft>
                <a:spcPts val="600"/>
              </a:spcAft>
              <a:buClrTx/>
              <a:buSzTx/>
              <a:buNone/>
            </a:pPr>
            <a:r>
              <a:rPr kumimoji="0" lang="en-US" altLang="en-US" b="1" i="0" u="none" strike="noStrike" cap="none" normalizeH="0" baseline="0">
                <a:ln>
                  <a:noFill/>
                </a:ln>
                <a:effectLst/>
                <a:latin typeface="Arial" panose="020B0604020202020204" pitchFamily="34" charset="0"/>
              </a:rPr>
              <a:t>Example:</a:t>
            </a:r>
          </a:p>
          <a:p>
            <a:pPr marL="457200" lvl="1" indent="0" eaLnBrk="0" fontAlgn="base" hangingPunct="0">
              <a:spcBef>
                <a:spcPct val="0"/>
              </a:spcBef>
              <a:spcAft>
                <a:spcPts val="600"/>
              </a:spcAft>
              <a:buClrTx/>
              <a:buSzTx/>
              <a:buNone/>
            </a:pPr>
            <a:r>
              <a:rPr lang="en-IN">
                <a:latin typeface="Arial" panose="020B0604020202020204" pitchFamily="34" charset="0"/>
              </a:rPr>
              <a:t>Imagine a cycle store’s sales dataset has missing values in the "Sales Amount" column. If these missing values are ignored during total revenue calculations, the revenue report will be inaccurate, leading to incorrect business decisions.</a:t>
            </a:r>
            <a:endParaRPr lang="en-US" altLang="en-US">
              <a:latin typeface="Arial" panose="020B0604020202020204" pitchFamily="34" charset="0"/>
            </a:endParaRPr>
          </a:p>
          <a:p>
            <a:pPr marL="0" marR="0" lvl="0" indent="0" defTabSz="914400" rtl="0" eaLnBrk="0" fontAlgn="base" latinLnBrk="0" hangingPunct="0">
              <a:spcBef>
                <a:spcPct val="0"/>
              </a:spcBef>
              <a:spcAft>
                <a:spcPts val="600"/>
              </a:spcAft>
              <a:buClrTx/>
              <a:buSzTx/>
              <a:buFontTx/>
              <a:buNone/>
              <a:tabLst/>
            </a:pPr>
            <a:endParaRPr kumimoji="0" lang="en-US" altLang="en-US" b="0" i="0" u="none" strike="noStrike" cap="none" normalizeH="0" baseline="0">
              <a:ln>
                <a:noFill/>
              </a:ln>
              <a:effectLst/>
              <a:latin typeface="Arial" panose="020B0604020202020204" pitchFamily="34" charset="0"/>
            </a:endParaRPr>
          </a:p>
        </p:txBody>
      </p:sp>
      <p:sp>
        <p:nvSpPr>
          <p:cNvPr id="28" name="Date Placeholder 1">
            <a:extLst>
              <a:ext uri="{FF2B5EF4-FFF2-40B4-BE49-F238E27FC236}">
                <a16:creationId xmlns:a16="http://schemas.microsoft.com/office/drawing/2014/main" id="{3FBF03E8-C602-4192-9C52-F84B29FDCC88}"/>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23229" y="6007878"/>
            <a:ext cx="3500715" cy="309201"/>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3" name="Title 1">
            <a:extLst>
              <a:ext uri="{FF2B5EF4-FFF2-40B4-BE49-F238E27FC236}">
                <a16:creationId xmlns:a16="http://schemas.microsoft.com/office/drawing/2014/main" id="{DDE6FB61-9F07-0A49-04FD-0F67C3E09FA2}"/>
              </a:ext>
            </a:extLst>
          </p:cNvPr>
          <p:cNvSpPr txBox="1">
            <a:spLocks/>
          </p:cNvSpPr>
          <p:nvPr/>
        </p:nvSpPr>
        <p:spPr>
          <a:xfrm rot="17185160">
            <a:off x="-2627762" y="4088111"/>
            <a:ext cx="3193050" cy="19197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r>
              <a:rPr lang="en-IN" b="1"/>
              <a:t>Removing Duplicates</a:t>
            </a:r>
            <a:br>
              <a:rPr lang="en-IN"/>
            </a:br>
            <a:endParaRPr lang="en-IN" dirty="0"/>
          </a:p>
        </p:txBody>
      </p:sp>
    </p:spTree>
    <p:extLst>
      <p:ext uri="{BB962C8B-B14F-4D97-AF65-F5344CB8AC3E}">
        <p14:creationId xmlns:p14="http://schemas.microsoft.com/office/powerpoint/2010/main" val="16498443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6870151-9189-4C3A-8379-EF3D95827A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Different colored organizers">
            <a:extLst>
              <a:ext uri="{FF2B5EF4-FFF2-40B4-BE49-F238E27FC236}">
                <a16:creationId xmlns:a16="http://schemas.microsoft.com/office/drawing/2014/main" id="{5BD645C9-5F12-94CD-0A3D-AB04D4F03AD5}"/>
              </a:ext>
            </a:extLst>
          </p:cNvPr>
          <p:cNvPicPr>
            <a:picLocks noChangeAspect="1"/>
          </p:cNvPicPr>
          <p:nvPr/>
        </p:nvPicPr>
        <p:blipFill>
          <a:blip r:embed="rId2">
            <a:alphaModFix amt="50000"/>
            <a:grayscl/>
          </a:blip>
          <a:srcRect r="-1" b="7022"/>
          <a:stretch/>
        </p:blipFill>
        <p:spPr>
          <a:xfrm>
            <a:off x="305" y="10"/>
            <a:ext cx="12191695" cy="6857990"/>
          </a:xfrm>
          <a:prstGeom prst="rect">
            <a:avLst/>
          </a:prstGeom>
        </p:spPr>
      </p:pic>
      <p:sp>
        <p:nvSpPr>
          <p:cNvPr id="13" name="Slide Number Placeholder 7">
            <a:extLst>
              <a:ext uri="{FF2B5EF4-FFF2-40B4-BE49-F238E27FC236}">
                <a16:creationId xmlns:a16="http://schemas.microsoft.com/office/drawing/2014/main" id="{123EA69C-102A-4DD0-9547-05DCD271D159}"/>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12301" y="443732"/>
            <a:ext cx="811019" cy="503578"/>
          </a:xfrm>
          <a:prstGeom prst="rect">
            <a:avLst/>
          </a:prstGeom>
        </p:spPr>
        <p:txBody>
          <a:bodyPr vert="horz" lIns="91440" tIns="45720" rIns="91440" bIns="45720" rtlCol="0" anchor="t"/>
          <a:lstStyle>
            <a:defPPr>
              <a:defRPr lang="en-US"/>
            </a:defPPr>
            <a:lvl1pPr marL="0" algn="r" defTabSz="457200" rtl="0" eaLnBrk="1" latinLnBrk="0" hangingPunct="1">
              <a:defRPr sz="28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15" name="Footer Placeholder 6">
            <a:extLst>
              <a:ext uri="{FF2B5EF4-FFF2-40B4-BE49-F238E27FC236}">
                <a16:creationId xmlns:a16="http://schemas.microsoft.com/office/drawing/2014/main" id="{6A862265-5CA3-4C40-8582-7534C3B03C2A}"/>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76636" y="540921"/>
            <a:ext cx="4973915" cy="309201"/>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17" name="Rectangle 16">
            <a:extLst>
              <a:ext uri="{FF2B5EF4-FFF2-40B4-BE49-F238E27FC236}">
                <a16:creationId xmlns:a16="http://schemas.microsoft.com/office/drawing/2014/main" id="{600EF80B-0391-4082-9AF5-F15B091B4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93800"/>
            <a:ext cx="12192000" cy="5664199"/>
          </a:xfrm>
          <a:prstGeom prst="rect">
            <a:avLst/>
          </a:prstGeom>
          <a:gradFill flip="none" rotWithShape="1">
            <a:gsLst>
              <a:gs pos="0">
                <a:schemeClr val="bg2">
                  <a:lumMod val="87000"/>
                  <a:alpha val="4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DCEB1AEA-AB40-8F0B-7C7D-E50E24225665}"/>
              </a:ext>
            </a:extLst>
          </p:cNvPr>
          <p:cNvSpPr>
            <a:spLocks noGrp="1"/>
          </p:cNvSpPr>
          <p:nvPr>
            <p:ph type="title"/>
          </p:nvPr>
        </p:nvSpPr>
        <p:spPr>
          <a:xfrm>
            <a:off x="1130271" y="1193800"/>
            <a:ext cx="3193050" cy="4699000"/>
          </a:xfrm>
        </p:spPr>
        <p:txBody>
          <a:bodyPr anchor="ctr">
            <a:normAutofit/>
          </a:bodyPr>
          <a:lstStyle/>
          <a:p>
            <a:r>
              <a:rPr lang="en-IN" b="1" dirty="0"/>
              <a:t>Removing Duplicates</a:t>
            </a:r>
            <a:br>
              <a:rPr lang="en-IN" dirty="0"/>
            </a:br>
            <a:endParaRPr lang="en-IN" dirty="0"/>
          </a:p>
        </p:txBody>
      </p:sp>
      <p:cxnSp>
        <p:nvCxnSpPr>
          <p:cNvPr id="19" name="Straight Connector 18">
            <a:extLst>
              <a:ext uri="{FF2B5EF4-FFF2-40B4-BE49-F238E27FC236}">
                <a16:creationId xmlns:a16="http://schemas.microsoft.com/office/drawing/2014/main" id="{D33AC32D-5F44-45F7-A0BD-7C11A86BED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600200"/>
            <a:ext cx="0" cy="3657600"/>
          </a:xfrm>
          <a:prstGeom prst="line">
            <a:avLst/>
          </a:prstGeom>
          <a:ln w="31750">
            <a:solidFill>
              <a:schemeClr val="tx1">
                <a:alpha val="80000"/>
              </a:schemeClr>
            </a:solidFill>
          </a:ln>
        </p:spPr>
        <p:style>
          <a:lnRef idx="1">
            <a:schemeClr val="accent1"/>
          </a:lnRef>
          <a:fillRef idx="0">
            <a:schemeClr val="accent1"/>
          </a:fillRef>
          <a:effectRef idx="0">
            <a:schemeClr val="accent1"/>
          </a:effectRef>
          <a:fontRef idx="minor">
            <a:schemeClr val="tx1"/>
          </a:fontRef>
        </p:style>
      </p:cxnSp>
      <p:sp>
        <p:nvSpPr>
          <p:cNvPr id="4" name="Rectangle 1">
            <a:extLst>
              <a:ext uri="{FF2B5EF4-FFF2-40B4-BE49-F238E27FC236}">
                <a16:creationId xmlns:a16="http://schemas.microsoft.com/office/drawing/2014/main" id="{40ACCA80-0E34-5B99-594B-C03C6F68F5A4}"/>
              </a:ext>
            </a:extLst>
          </p:cNvPr>
          <p:cNvSpPr>
            <a:spLocks noGrp="1" noChangeArrowheads="1"/>
          </p:cNvSpPr>
          <p:nvPr>
            <p:ph idx="1"/>
          </p:nvPr>
        </p:nvSpPr>
        <p:spPr bwMode="auto">
          <a:xfrm>
            <a:off x="4976636" y="1193800"/>
            <a:ext cx="6085091" cy="46990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None/>
              <a:tabLst/>
            </a:pPr>
            <a:r>
              <a:rPr kumimoji="0" lang="en-US" altLang="en-US" b="1" i="0" u="none" strike="noStrike" cap="none" normalizeH="0" baseline="0">
                <a:ln>
                  <a:noFill/>
                </a:ln>
                <a:effectLst/>
                <a:latin typeface="Arial" panose="020B0604020202020204" pitchFamily="34" charset="0"/>
              </a:rPr>
              <a:t>Methods:</a:t>
            </a:r>
          </a:p>
          <a:p>
            <a:pPr marL="457200" lvl="1" indent="0" eaLnBrk="0" fontAlgn="base" hangingPunct="0">
              <a:spcBef>
                <a:spcPct val="0"/>
              </a:spcBef>
              <a:spcAft>
                <a:spcPts val="600"/>
              </a:spcAft>
              <a:buClrTx/>
              <a:buSzTx/>
              <a:buFontTx/>
              <a:buChar char="•"/>
            </a:pPr>
            <a:r>
              <a:rPr kumimoji="0" lang="en-US" altLang="en-US" b="0" i="0" u="none" strike="noStrike" cap="none" normalizeH="0" baseline="0">
                <a:ln>
                  <a:noFill/>
                </a:ln>
                <a:effectLst/>
                <a:latin typeface="Arial" panose="020B0604020202020204" pitchFamily="34" charset="0"/>
              </a:rPr>
              <a:t>Identify duplicates using a combination of fields.</a:t>
            </a:r>
          </a:p>
          <a:p>
            <a:pPr marL="457200" lvl="1" indent="0" eaLnBrk="0" fontAlgn="base" hangingPunct="0">
              <a:spcBef>
                <a:spcPct val="0"/>
              </a:spcBef>
              <a:spcAft>
                <a:spcPts val="600"/>
              </a:spcAft>
              <a:buClrTx/>
              <a:buSzTx/>
              <a:buFontTx/>
              <a:buChar char="•"/>
            </a:pPr>
            <a:r>
              <a:rPr kumimoji="0" lang="en-US" altLang="en-US" b="0" i="0" u="none" strike="noStrike" cap="none" normalizeH="0" baseline="0">
                <a:ln>
                  <a:noFill/>
                </a:ln>
                <a:effectLst/>
                <a:latin typeface="Arial" panose="020B0604020202020204" pitchFamily="34" charset="0"/>
              </a:rPr>
              <a:t>Use Excel functions or Pandas </a:t>
            </a:r>
            <a:r>
              <a:rPr lang="en-US" altLang="en-US">
                <a:latin typeface="Arial" panose="020B0604020202020204" pitchFamily="34" charset="0"/>
              </a:rPr>
              <a:t>drop_duplicates().</a:t>
            </a:r>
          </a:p>
          <a:p>
            <a:pPr marL="457200" lvl="1" indent="0" eaLnBrk="0" fontAlgn="base" hangingPunct="0">
              <a:spcBef>
                <a:spcPct val="0"/>
              </a:spcBef>
              <a:spcAft>
                <a:spcPts val="600"/>
              </a:spcAft>
              <a:buClrTx/>
              <a:buSzTx/>
              <a:buNone/>
            </a:pPr>
            <a:endParaRPr lang="en-US" altLang="en-US">
              <a:latin typeface="Arial" panose="020B0604020202020204" pitchFamily="34" charset="0"/>
            </a:endParaRPr>
          </a:p>
          <a:p>
            <a:pPr marL="457200" lvl="1" indent="0" eaLnBrk="0" fontAlgn="base" hangingPunct="0">
              <a:spcBef>
                <a:spcPct val="0"/>
              </a:spcBef>
              <a:spcAft>
                <a:spcPts val="600"/>
              </a:spcAft>
              <a:buClrTx/>
              <a:buSzTx/>
              <a:buNone/>
            </a:pPr>
            <a:r>
              <a:rPr kumimoji="0" lang="en-US" altLang="en-US" b="1" i="0" u="none" strike="noStrike" cap="none" normalizeH="0" baseline="0">
                <a:ln>
                  <a:noFill/>
                </a:ln>
                <a:effectLst/>
                <a:latin typeface="Arial" panose="020B0604020202020204" pitchFamily="34" charset="0"/>
              </a:rPr>
              <a:t>Example:</a:t>
            </a:r>
          </a:p>
          <a:p>
            <a:pPr marL="457200" lvl="1" indent="0" eaLnBrk="0" fontAlgn="base" hangingPunct="0">
              <a:spcBef>
                <a:spcPct val="0"/>
              </a:spcBef>
              <a:spcAft>
                <a:spcPts val="600"/>
              </a:spcAft>
              <a:buClrTx/>
              <a:buSzTx/>
              <a:buNone/>
            </a:pPr>
            <a:r>
              <a:rPr lang="en-IN">
                <a:effectLst/>
                <a:latin typeface="Arial" panose="020B0604020202020204" pitchFamily="34" charset="0"/>
                <a:ea typeface="Aptos" panose="020B0004020202020204" pitchFamily="34" charset="0"/>
                <a:cs typeface="Arial" panose="020B0604020202020204" pitchFamily="34" charset="0"/>
              </a:rPr>
              <a:t>A stationery store generates a monthly sales report, but due to a system error, some transactions are recorded twice. If duplicates are not removed, the revenue appears higher than reality, leading to misleading financial reports.</a:t>
            </a:r>
            <a:endParaRPr kumimoji="0" lang="en-US" altLang="en-US" b="0" i="0" u="none" strike="noStrike" cap="none" normalizeH="0" baseline="0">
              <a:ln>
                <a:noFill/>
              </a:ln>
              <a:effectLst/>
              <a:latin typeface="Arial" panose="020B0604020202020204" pitchFamily="34" charset="0"/>
              <a:cs typeface="Arial" panose="020B0604020202020204" pitchFamily="34" charset="0"/>
            </a:endParaRPr>
          </a:p>
          <a:p>
            <a:pPr marL="0" marR="0" lvl="0" indent="0" defTabSz="914400" rtl="0" eaLnBrk="0" fontAlgn="base" latinLnBrk="0" hangingPunct="0">
              <a:spcBef>
                <a:spcPct val="0"/>
              </a:spcBef>
              <a:spcAft>
                <a:spcPts val="600"/>
              </a:spcAft>
              <a:buClrTx/>
              <a:buSzTx/>
              <a:buFontTx/>
              <a:buNone/>
              <a:tabLst/>
            </a:pPr>
            <a:endParaRPr kumimoji="0" lang="en-US" altLang="en-US" b="0" i="0" u="none" strike="noStrike" cap="none" normalizeH="0" baseline="0">
              <a:ln>
                <a:noFill/>
              </a:ln>
              <a:effectLst/>
              <a:latin typeface="Arial" panose="020B0604020202020204" pitchFamily="34" charset="0"/>
            </a:endParaRPr>
          </a:p>
        </p:txBody>
      </p:sp>
      <p:sp>
        <p:nvSpPr>
          <p:cNvPr id="21" name="Date Placeholder 1">
            <a:extLst>
              <a:ext uri="{FF2B5EF4-FFF2-40B4-BE49-F238E27FC236}">
                <a16:creationId xmlns:a16="http://schemas.microsoft.com/office/drawing/2014/main" id="{3FBF03E8-C602-4192-9C52-F84B29FDCC88}"/>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23229" y="6007878"/>
            <a:ext cx="3500715" cy="309201"/>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3" name="Title 1">
            <a:extLst>
              <a:ext uri="{FF2B5EF4-FFF2-40B4-BE49-F238E27FC236}">
                <a16:creationId xmlns:a16="http://schemas.microsoft.com/office/drawing/2014/main" id="{1D35F51C-36F3-33A5-E677-9442E61790F8}"/>
              </a:ext>
            </a:extLst>
          </p:cNvPr>
          <p:cNvSpPr txBox="1">
            <a:spLocks/>
          </p:cNvSpPr>
          <p:nvPr/>
        </p:nvSpPr>
        <p:spPr>
          <a:xfrm rot="15874984">
            <a:off x="-2385118" y="2377558"/>
            <a:ext cx="3193050" cy="1407633"/>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r>
              <a:rPr lang="en-IN" sz="2700" b="1"/>
              <a:t>Correcting Inconsistent Data</a:t>
            </a:r>
            <a:br>
              <a:rPr lang="en-IN" sz="2700"/>
            </a:br>
            <a:endParaRPr lang="en-IN" sz="2700" dirty="0"/>
          </a:p>
        </p:txBody>
      </p:sp>
    </p:spTree>
    <p:extLst>
      <p:ext uri="{BB962C8B-B14F-4D97-AF65-F5344CB8AC3E}">
        <p14:creationId xmlns:p14="http://schemas.microsoft.com/office/powerpoint/2010/main" val="55382795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6870151-9189-4C3A-8379-EF3D95827A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Dark blue shattered geometric chain">
            <a:extLst>
              <a:ext uri="{FF2B5EF4-FFF2-40B4-BE49-F238E27FC236}">
                <a16:creationId xmlns:a16="http://schemas.microsoft.com/office/drawing/2014/main" id="{C4A39C5E-C186-40E5-B7B9-F20C2754E9BE}"/>
              </a:ext>
            </a:extLst>
          </p:cNvPr>
          <p:cNvPicPr>
            <a:picLocks noChangeAspect="1"/>
          </p:cNvPicPr>
          <p:nvPr/>
        </p:nvPicPr>
        <p:blipFill>
          <a:blip r:embed="rId2">
            <a:alphaModFix amt="50000"/>
            <a:grayscl/>
          </a:blip>
          <a:srcRect l="2"/>
          <a:stretch/>
        </p:blipFill>
        <p:spPr>
          <a:xfrm>
            <a:off x="305" y="10"/>
            <a:ext cx="12191695" cy="6857990"/>
          </a:xfrm>
          <a:prstGeom prst="rect">
            <a:avLst/>
          </a:prstGeom>
        </p:spPr>
      </p:pic>
      <p:sp>
        <p:nvSpPr>
          <p:cNvPr id="12" name="Slide Number Placeholder 7">
            <a:extLst>
              <a:ext uri="{FF2B5EF4-FFF2-40B4-BE49-F238E27FC236}">
                <a16:creationId xmlns:a16="http://schemas.microsoft.com/office/drawing/2014/main" id="{123EA69C-102A-4DD0-9547-05DCD271D159}"/>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12301" y="443732"/>
            <a:ext cx="811019" cy="503578"/>
          </a:xfrm>
          <a:prstGeom prst="rect">
            <a:avLst/>
          </a:prstGeom>
        </p:spPr>
        <p:txBody>
          <a:bodyPr vert="horz" lIns="91440" tIns="45720" rIns="91440" bIns="45720" rtlCol="0" anchor="t"/>
          <a:lstStyle>
            <a:defPPr>
              <a:defRPr lang="en-US"/>
            </a:defPPr>
            <a:lvl1pPr marL="0" algn="r" defTabSz="457200" rtl="0" eaLnBrk="1" latinLnBrk="0" hangingPunct="1">
              <a:defRPr sz="28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14" name="Footer Placeholder 6">
            <a:extLst>
              <a:ext uri="{FF2B5EF4-FFF2-40B4-BE49-F238E27FC236}">
                <a16:creationId xmlns:a16="http://schemas.microsoft.com/office/drawing/2014/main" id="{6A862265-5CA3-4C40-8582-7534C3B03C2A}"/>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76636" y="540921"/>
            <a:ext cx="4973915" cy="309201"/>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16" name="Rectangle 15">
            <a:extLst>
              <a:ext uri="{FF2B5EF4-FFF2-40B4-BE49-F238E27FC236}">
                <a16:creationId xmlns:a16="http://schemas.microsoft.com/office/drawing/2014/main" id="{600EF80B-0391-4082-9AF5-F15B091B4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93800"/>
            <a:ext cx="12192000" cy="5664199"/>
          </a:xfrm>
          <a:prstGeom prst="rect">
            <a:avLst/>
          </a:prstGeom>
          <a:gradFill flip="none" rotWithShape="1">
            <a:gsLst>
              <a:gs pos="0">
                <a:schemeClr val="bg2">
                  <a:lumMod val="87000"/>
                  <a:alpha val="4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24C531F4-B28C-C854-67BB-F0F34AC626B2}"/>
              </a:ext>
            </a:extLst>
          </p:cNvPr>
          <p:cNvSpPr>
            <a:spLocks noGrp="1"/>
          </p:cNvSpPr>
          <p:nvPr>
            <p:ph type="title"/>
          </p:nvPr>
        </p:nvSpPr>
        <p:spPr>
          <a:xfrm>
            <a:off x="1130271" y="1193800"/>
            <a:ext cx="3193050" cy="4699000"/>
          </a:xfrm>
        </p:spPr>
        <p:txBody>
          <a:bodyPr anchor="ctr">
            <a:normAutofit/>
          </a:bodyPr>
          <a:lstStyle/>
          <a:p>
            <a:r>
              <a:rPr lang="en-IN" sz="2700" b="1" dirty="0"/>
              <a:t>Correcting Inconsistent Data</a:t>
            </a:r>
            <a:br>
              <a:rPr lang="en-IN" sz="2700" dirty="0"/>
            </a:br>
            <a:endParaRPr lang="en-IN" sz="2700" dirty="0"/>
          </a:p>
        </p:txBody>
      </p:sp>
      <p:cxnSp>
        <p:nvCxnSpPr>
          <p:cNvPr id="18" name="Straight Connector 17">
            <a:extLst>
              <a:ext uri="{FF2B5EF4-FFF2-40B4-BE49-F238E27FC236}">
                <a16:creationId xmlns:a16="http://schemas.microsoft.com/office/drawing/2014/main" id="{D33AC32D-5F44-45F7-A0BD-7C11A86BED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600200"/>
            <a:ext cx="0" cy="3657600"/>
          </a:xfrm>
          <a:prstGeom prst="line">
            <a:avLst/>
          </a:prstGeom>
          <a:ln w="31750">
            <a:solidFill>
              <a:schemeClr val="tx1">
                <a:alpha val="8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8C68CC6-8765-320F-FE39-0EEAD5107695}"/>
              </a:ext>
            </a:extLst>
          </p:cNvPr>
          <p:cNvSpPr>
            <a:spLocks noGrp="1"/>
          </p:cNvSpPr>
          <p:nvPr>
            <p:ph idx="1"/>
          </p:nvPr>
        </p:nvSpPr>
        <p:spPr>
          <a:xfrm>
            <a:off x="4976636" y="1193800"/>
            <a:ext cx="6085091" cy="4699000"/>
          </a:xfrm>
        </p:spPr>
        <p:txBody>
          <a:bodyPr anchor="ctr">
            <a:normAutofit/>
          </a:bodyPr>
          <a:lstStyle/>
          <a:p>
            <a:pPr marL="0" indent="0">
              <a:buNone/>
            </a:pPr>
            <a:r>
              <a:rPr lang="en-US" b="1">
                <a:latin typeface="Arial" panose="020B0604020202020204" pitchFamily="34" charset="0"/>
                <a:cs typeface="Arial" panose="020B0604020202020204" pitchFamily="34" charset="0"/>
              </a:rPr>
              <a:t>Methods:</a:t>
            </a:r>
          </a:p>
          <a:p>
            <a:pPr lvl="1"/>
            <a:r>
              <a:rPr lang="en-US">
                <a:latin typeface="Arial" panose="020B0604020202020204" pitchFamily="34" charset="0"/>
                <a:cs typeface="Arial" panose="020B0604020202020204" pitchFamily="34" charset="0"/>
              </a:rPr>
              <a:t>Standardizing Formats</a:t>
            </a:r>
          </a:p>
          <a:p>
            <a:pPr lvl="1"/>
            <a:r>
              <a:rPr lang="en-US">
                <a:latin typeface="Arial" panose="020B0604020202020204" pitchFamily="34" charset="0"/>
                <a:cs typeface="Arial" panose="020B0604020202020204" pitchFamily="34" charset="0"/>
              </a:rPr>
              <a:t>Text Standardization</a:t>
            </a:r>
          </a:p>
          <a:p>
            <a:pPr lvl="1"/>
            <a:r>
              <a:rPr lang="en-US">
                <a:latin typeface="Arial" panose="020B0604020202020204" pitchFamily="34" charset="0"/>
                <a:cs typeface="Arial" panose="020B0604020202020204" pitchFamily="34" charset="0"/>
              </a:rPr>
              <a:t>Category Matching</a:t>
            </a:r>
          </a:p>
          <a:p>
            <a:pPr marL="457200" lvl="1" indent="0">
              <a:buNone/>
            </a:pPr>
            <a:endParaRPr lang="en-US" dirty="0">
              <a:latin typeface="Arial" panose="020B0604020202020204" pitchFamily="34" charset="0"/>
              <a:cs typeface="Arial" panose="020B0604020202020204" pitchFamily="34" charset="0"/>
            </a:endParaRPr>
          </a:p>
          <a:p>
            <a:pPr marL="457200" lvl="1" indent="0">
              <a:buNone/>
            </a:pPr>
            <a:r>
              <a:rPr lang="en-US" b="1">
                <a:latin typeface="Arial" panose="020B0604020202020204" pitchFamily="34" charset="0"/>
                <a:cs typeface="Arial" panose="020B0604020202020204" pitchFamily="34" charset="0"/>
              </a:rPr>
              <a:t>Example:</a:t>
            </a:r>
          </a:p>
          <a:p>
            <a:pPr marL="457200" lvl="1" indent="0">
              <a:buNone/>
            </a:pPr>
            <a:r>
              <a:rPr lang="en-IN">
                <a:effectLst/>
                <a:latin typeface="Arial" panose="020B0604020202020204" pitchFamily="34" charset="0"/>
                <a:ea typeface="Aptos" panose="020B0004020202020204" pitchFamily="34" charset="0"/>
                <a:cs typeface="Arial" panose="020B0604020202020204" pitchFamily="34" charset="0"/>
              </a:rPr>
              <a:t>A cycle store records customer regions as "North", "NORTH", and "N" in different places. When analysing regional sales, these variations cause the store to underestimate or overestimate sales from certain regions.</a:t>
            </a:r>
            <a:endParaRPr lang="en-US">
              <a:latin typeface="Arial" panose="020B0604020202020204" pitchFamily="34" charset="0"/>
              <a:cs typeface="Arial" panose="020B0604020202020204" pitchFamily="34" charset="0"/>
            </a:endParaRPr>
          </a:p>
        </p:txBody>
      </p:sp>
      <p:sp>
        <p:nvSpPr>
          <p:cNvPr id="20" name="Date Placeholder 1">
            <a:extLst>
              <a:ext uri="{FF2B5EF4-FFF2-40B4-BE49-F238E27FC236}">
                <a16:creationId xmlns:a16="http://schemas.microsoft.com/office/drawing/2014/main" id="{3FBF03E8-C602-4192-9C52-F84B29FDCC88}"/>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23229" y="6007878"/>
            <a:ext cx="3500715" cy="309201"/>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4" name="Title 1">
            <a:extLst>
              <a:ext uri="{FF2B5EF4-FFF2-40B4-BE49-F238E27FC236}">
                <a16:creationId xmlns:a16="http://schemas.microsoft.com/office/drawing/2014/main" id="{56CA2C85-AE50-4AE7-4667-C7807DB888D4}"/>
              </a:ext>
            </a:extLst>
          </p:cNvPr>
          <p:cNvSpPr txBox="1">
            <a:spLocks/>
          </p:cNvSpPr>
          <p:nvPr/>
        </p:nvSpPr>
        <p:spPr>
          <a:xfrm rot="15925118">
            <a:off x="-2716094" y="4759842"/>
            <a:ext cx="3193050" cy="1398772"/>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r>
              <a:rPr lang="en-IN" b="1"/>
              <a:t>Handling Outliers</a:t>
            </a:r>
            <a:br>
              <a:rPr lang="en-IN"/>
            </a:br>
            <a:endParaRPr lang="en-IN" dirty="0"/>
          </a:p>
        </p:txBody>
      </p:sp>
    </p:spTree>
    <p:extLst>
      <p:ext uri="{BB962C8B-B14F-4D97-AF65-F5344CB8AC3E}">
        <p14:creationId xmlns:p14="http://schemas.microsoft.com/office/powerpoint/2010/main" val="228502652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C6870151-9189-4C3A-8379-EF3D95827A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Graphs and plots layered on a blue digital screen">
            <a:extLst>
              <a:ext uri="{FF2B5EF4-FFF2-40B4-BE49-F238E27FC236}">
                <a16:creationId xmlns:a16="http://schemas.microsoft.com/office/drawing/2014/main" id="{A31F1203-CC9A-0D90-E6D1-CA9BCEEC1C6A}"/>
              </a:ext>
            </a:extLst>
          </p:cNvPr>
          <p:cNvPicPr>
            <a:picLocks noChangeAspect="1"/>
          </p:cNvPicPr>
          <p:nvPr/>
        </p:nvPicPr>
        <p:blipFill>
          <a:blip r:embed="rId2">
            <a:alphaModFix amt="50000"/>
          </a:blip>
          <a:srcRect t="5110" r="-1" b="19887"/>
          <a:stretch/>
        </p:blipFill>
        <p:spPr>
          <a:xfrm>
            <a:off x="305" y="10"/>
            <a:ext cx="12191695" cy="6857990"/>
          </a:xfrm>
          <a:prstGeom prst="rect">
            <a:avLst/>
          </a:prstGeom>
        </p:spPr>
      </p:pic>
      <p:sp>
        <p:nvSpPr>
          <p:cNvPr id="23" name="Slide Number Placeholder 7">
            <a:extLst>
              <a:ext uri="{FF2B5EF4-FFF2-40B4-BE49-F238E27FC236}">
                <a16:creationId xmlns:a16="http://schemas.microsoft.com/office/drawing/2014/main" id="{123EA69C-102A-4DD0-9547-05DCD271D159}"/>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12301" y="443732"/>
            <a:ext cx="811019" cy="503578"/>
          </a:xfrm>
          <a:prstGeom prst="rect">
            <a:avLst/>
          </a:prstGeom>
        </p:spPr>
        <p:txBody>
          <a:bodyPr vert="horz" lIns="91440" tIns="45720" rIns="91440" bIns="45720" rtlCol="0" anchor="t"/>
          <a:lstStyle>
            <a:defPPr>
              <a:defRPr lang="en-US"/>
            </a:defPPr>
            <a:lvl1pPr marL="0" algn="r" defTabSz="457200" rtl="0" eaLnBrk="1" latinLnBrk="0" hangingPunct="1">
              <a:defRPr sz="28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24" name="Footer Placeholder 6">
            <a:extLst>
              <a:ext uri="{FF2B5EF4-FFF2-40B4-BE49-F238E27FC236}">
                <a16:creationId xmlns:a16="http://schemas.microsoft.com/office/drawing/2014/main" id="{6A862265-5CA3-4C40-8582-7534C3B03C2A}"/>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76636" y="540921"/>
            <a:ext cx="4973915" cy="309201"/>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25" name="Rectangle 24">
            <a:extLst>
              <a:ext uri="{FF2B5EF4-FFF2-40B4-BE49-F238E27FC236}">
                <a16:creationId xmlns:a16="http://schemas.microsoft.com/office/drawing/2014/main" id="{600EF80B-0391-4082-9AF5-F15B091B4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93800"/>
            <a:ext cx="12192000" cy="5664199"/>
          </a:xfrm>
          <a:prstGeom prst="rect">
            <a:avLst/>
          </a:prstGeom>
          <a:gradFill flip="none" rotWithShape="1">
            <a:gsLst>
              <a:gs pos="0">
                <a:schemeClr val="bg2">
                  <a:lumMod val="87000"/>
                  <a:alpha val="4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B4E53899-2044-E075-79B6-52C4CB5D8AB5}"/>
              </a:ext>
            </a:extLst>
          </p:cNvPr>
          <p:cNvSpPr>
            <a:spLocks noGrp="1"/>
          </p:cNvSpPr>
          <p:nvPr>
            <p:ph type="title"/>
          </p:nvPr>
        </p:nvSpPr>
        <p:spPr>
          <a:xfrm>
            <a:off x="1130271" y="1193800"/>
            <a:ext cx="3193050" cy="4699000"/>
          </a:xfrm>
        </p:spPr>
        <p:txBody>
          <a:bodyPr anchor="ctr">
            <a:normAutofit/>
          </a:bodyPr>
          <a:lstStyle/>
          <a:p>
            <a:r>
              <a:rPr lang="en-IN" b="1" dirty="0"/>
              <a:t>Handling Outliers</a:t>
            </a:r>
            <a:br>
              <a:rPr lang="en-IN" dirty="0"/>
            </a:br>
            <a:endParaRPr lang="en-IN" dirty="0"/>
          </a:p>
        </p:txBody>
      </p:sp>
      <p:cxnSp>
        <p:nvCxnSpPr>
          <p:cNvPr id="26" name="Straight Connector 25">
            <a:extLst>
              <a:ext uri="{FF2B5EF4-FFF2-40B4-BE49-F238E27FC236}">
                <a16:creationId xmlns:a16="http://schemas.microsoft.com/office/drawing/2014/main" id="{D33AC32D-5F44-45F7-A0BD-7C11A86BED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600200"/>
            <a:ext cx="0" cy="3657600"/>
          </a:xfrm>
          <a:prstGeom prst="line">
            <a:avLst/>
          </a:prstGeom>
          <a:ln w="31750">
            <a:solidFill>
              <a:schemeClr val="tx1">
                <a:alpha val="8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561B93A6-F9A7-01AD-EA33-6A8B3B8DE0D5}"/>
              </a:ext>
            </a:extLst>
          </p:cNvPr>
          <p:cNvSpPr>
            <a:spLocks noGrp="1"/>
          </p:cNvSpPr>
          <p:nvPr>
            <p:ph idx="1"/>
          </p:nvPr>
        </p:nvSpPr>
        <p:spPr>
          <a:xfrm>
            <a:off x="4976636" y="1193800"/>
            <a:ext cx="6085091" cy="4699000"/>
          </a:xfrm>
        </p:spPr>
        <p:txBody>
          <a:bodyPr anchor="ctr">
            <a:normAutofit/>
          </a:bodyPr>
          <a:lstStyle/>
          <a:p>
            <a:pPr marL="0" indent="0">
              <a:lnSpc>
                <a:spcPct val="110000"/>
              </a:lnSpc>
              <a:buNone/>
            </a:pPr>
            <a:r>
              <a:rPr lang="en-US" sz="1900" b="1">
                <a:latin typeface="Arial" panose="020B0604020202020204" pitchFamily="34" charset="0"/>
                <a:cs typeface="Arial" panose="020B0604020202020204" pitchFamily="34" charset="0"/>
              </a:rPr>
              <a:t>Methods:</a:t>
            </a:r>
          </a:p>
          <a:p>
            <a:pPr>
              <a:lnSpc>
                <a:spcPct val="110000"/>
              </a:lnSpc>
              <a:buFont typeface="Arial" panose="020B0604020202020204" pitchFamily="34" charset="0"/>
              <a:buChar char="•"/>
            </a:pPr>
            <a:r>
              <a:rPr lang="en-US" sz="1900">
                <a:latin typeface="Arial" panose="020B0604020202020204" pitchFamily="34" charset="0"/>
                <a:cs typeface="Arial" panose="020B0604020202020204" pitchFamily="34" charset="0"/>
              </a:rPr>
              <a:t>Visualization- Use box plots &amp; scatter plots.</a:t>
            </a:r>
          </a:p>
          <a:p>
            <a:pPr>
              <a:lnSpc>
                <a:spcPct val="110000"/>
              </a:lnSpc>
              <a:buFont typeface="Arial" panose="020B0604020202020204" pitchFamily="34" charset="0"/>
              <a:buChar char="•"/>
            </a:pPr>
            <a:r>
              <a:rPr lang="en-US" sz="1900">
                <a:latin typeface="Arial" panose="020B0604020202020204" pitchFamily="34" charset="0"/>
                <a:cs typeface="Arial" panose="020B0604020202020204" pitchFamily="34" charset="0"/>
              </a:rPr>
              <a:t>Statistical Methods- Apply Z-score or IQR methods.</a:t>
            </a:r>
          </a:p>
          <a:p>
            <a:pPr>
              <a:lnSpc>
                <a:spcPct val="110000"/>
              </a:lnSpc>
              <a:buFont typeface="Arial" panose="020B0604020202020204" pitchFamily="34" charset="0"/>
              <a:buChar char="•"/>
            </a:pPr>
            <a:r>
              <a:rPr lang="en-US" sz="1900">
                <a:latin typeface="Arial" panose="020B0604020202020204" pitchFamily="34" charset="0"/>
                <a:cs typeface="Arial" panose="020B0604020202020204" pitchFamily="34" charset="0"/>
              </a:rPr>
              <a:t>Capping or Removing- Transform extreme values to the nearest acceptable value or remove them.</a:t>
            </a:r>
          </a:p>
          <a:p>
            <a:pPr marL="0" indent="0">
              <a:lnSpc>
                <a:spcPct val="110000"/>
              </a:lnSpc>
              <a:buNone/>
            </a:pPr>
            <a:r>
              <a:rPr lang="en-US" sz="1900" b="1">
                <a:latin typeface="Arial" panose="020B0604020202020204" pitchFamily="34" charset="0"/>
                <a:cs typeface="Arial" panose="020B0604020202020204" pitchFamily="34" charset="0"/>
              </a:rPr>
              <a:t>Example:</a:t>
            </a:r>
          </a:p>
          <a:p>
            <a:pPr marL="0" indent="0">
              <a:lnSpc>
                <a:spcPct val="110000"/>
              </a:lnSpc>
              <a:buNone/>
            </a:pPr>
            <a:r>
              <a:rPr lang="en-IN" sz="1900">
                <a:effectLst/>
                <a:latin typeface="Arial" panose="020B0604020202020204" pitchFamily="34" charset="0"/>
                <a:ea typeface="Aptos" panose="020B0004020202020204" pitchFamily="34" charset="0"/>
                <a:cs typeface="Arial" panose="020B0604020202020204" pitchFamily="34" charset="0"/>
              </a:rPr>
              <a:t>A cycle store’s profit report shows that one order generated $50,000 in revenue, whereas the average is only $500. Upon investigation, this was due to a data entry mistake where the quantity was incorrectly entered as 1,000 instead of 10. If not corrected, this misleading data point can affect revenue forecasting.</a:t>
            </a:r>
            <a:endParaRPr lang="en-US" sz="1900">
              <a:latin typeface="Arial" panose="020B0604020202020204" pitchFamily="34" charset="0"/>
              <a:cs typeface="Arial" panose="020B0604020202020204" pitchFamily="34" charset="0"/>
            </a:endParaRPr>
          </a:p>
        </p:txBody>
      </p:sp>
      <p:sp>
        <p:nvSpPr>
          <p:cNvPr id="27" name="Date Placeholder 1">
            <a:extLst>
              <a:ext uri="{FF2B5EF4-FFF2-40B4-BE49-F238E27FC236}">
                <a16:creationId xmlns:a16="http://schemas.microsoft.com/office/drawing/2014/main" id="{3FBF03E8-C602-4192-9C52-F84B29FDCC88}"/>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23229" y="6007878"/>
            <a:ext cx="3500715" cy="309201"/>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4" name="Title 1">
            <a:extLst>
              <a:ext uri="{FF2B5EF4-FFF2-40B4-BE49-F238E27FC236}">
                <a16:creationId xmlns:a16="http://schemas.microsoft.com/office/drawing/2014/main" id="{F863316D-1612-AE57-25E2-0A55A6A30F06}"/>
              </a:ext>
            </a:extLst>
          </p:cNvPr>
          <p:cNvSpPr txBox="1">
            <a:spLocks/>
          </p:cNvSpPr>
          <p:nvPr/>
        </p:nvSpPr>
        <p:spPr>
          <a:xfrm rot="16565286">
            <a:off x="-2385118" y="4657060"/>
            <a:ext cx="3193050" cy="150541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r>
              <a:rPr lang="en-IN" b="1" dirty="0"/>
              <a:t>Data Type Conversion</a:t>
            </a:r>
            <a:br>
              <a:rPr lang="en-IN" dirty="0"/>
            </a:br>
            <a:endParaRPr lang="en-IN" dirty="0"/>
          </a:p>
        </p:txBody>
      </p:sp>
    </p:spTree>
    <p:extLst>
      <p:ext uri="{BB962C8B-B14F-4D97-AF65-F5344CB8AC3E}">
        <p14:creationId xmlns:p14="http://schemas.microsoft.com/office/powerpoint/2010/main" val="36466913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6870151-9189-4C3A-8379-EF3D95827A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lue and green triangle pattern&#10;&#10;AI-generated content may be incorrect.">
            <a:extLst>
              <a:ext uri="{FF2B5EF4-FFF2-40B4-BE49-F238E27FC236}">
                <a16:creationId xmlns:a16="http://schemas.microsoft.com/office/drawing/2014/main" id="{38EF338B-4AA0-EC24-8572-FAB6F4E59F9B}"/>
              </a:ext>
            </a:extLst>
          </p:cNvPr>
          <p:cNvPicPr>
            <a:picLocks noChangeAspect="1"/>
          </p:cNvPicPr>
          <p:nvPr/>
        </p:nvPicPr>
        <p:blipFill>
          <a:blip r:embed="rId2">
            <a:alphaModFix amt="50000"/>
            <a:grayscl/>
          </a:blip>
          <a:srcRect t="7309" r="-1" b="8419"/>
          <a:stretch/>
        </p:blipFill>
        <p:spPr>
          <a:xfrm>
            <a:off x="305" y="10"/>
            <a:ext cx="12191695" cy="6857990"/>
          </a:xfrm>
          <a:prstGeom prst="rect">
            <a:avLst/>
          </a:prstGeom>
        </p:spPr>
      </p:pic>
      <p:sp>
        <p:nvSpPr>
          <p:cNvPr id="12" name="Slide Number Placeholder 7">
            <a:extLst>
              <a:ext uri="{FF2B5EF4-FFF2-40B4-BE49-F238E27FC236}">
                <a16:creationId xmlns:a16="http://schemas.microsoft.com/office/drawing/2014/main" id="{123EA69C-102A-4DD0-9547-05DCD271D159}"/>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12301" y="443732"/>
            <a:ext cx="811019" cy="503578"/>
          </a:xfrm>
          <a:prstGeom prst="rect">
            <a:avLst/>
          </a:prstGeom>
        </p:spPr>
        <p:txBody>
          <a:bodyPr vert="horz" lIns="91440" tIns="45720" rIns="91440" bIns="45720" rtlCol="0" anchor="t"/>
          <a:lstStyle>
            <a:defPPr>
              <a:defRPr lang="en-US"/>
            </a:defPPr>
            <a:lvl1pPr marL="0" algn="r" defTabSz="457200" rtl="0" eaLnBrk="1" latinLnBrk="0" hangingPunct="1">
              <a:defRPr sz="28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14" name="Footer Placeholder 6">
            <a:extLst>
              <a:ext uri="{FF2B5EF4-FFF2-40B4-BE49-F238E27FC236}">
                <a16:creationId xmlns:a16="http://schemas.microsoft.com/office/drawing/2014/main" id="{6A862265-5CA3-4C40-8582-7534C3B03C2A}"/>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76636" y="540921"/>
            <a:ext cx="4973915" cy="309201"/>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16" name="Rectangle 15">
            <a:extLst>
              <a:ext uri="{FF2B5EF4-FFF2-40B4-BE49-F238E27FC236}">
                <a16:creationId xmlns:a16="http://schemas.microsoft.com/office/drawing/2014/main" id="{600EF80B-0391-4082-9AF5-F15B091B4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93800"/>
            <a:ext cx="12192000" cy="5664199"/>
          </a:xfrm>
          <a:prstGeom prst="rect">
            <a:avLst/>
          </a:prstGeom>
          <a:gradFill flip="none" rotWithShape="1">
            <a:gsLst>
              <a:gs pos="0">
                <a:schemeClr val="bg2">
                  <a:lumMod val="87000"/>
                  <a:alpha val="4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1E754A7E-2E78-BE4B-0E4A-0F6B5DD8AF55}"/>
              </a:ext>
            </a:extLst>
          </p:cNvPr>
          <p:cNvSpPr>
            <a:spLocks noGrp="1"/>
          </p:cNvSpPr>
          <p:nvPr>
            <p:ph type="title"/>
          </p:nvPr>
        </p:nvSpPr>
        <p:spPr>
          <a:xfrm>
            <a:off x="1130271" y="1193800"/>
            <a:ext cx="3193050" cy="4699000"/>
          </a:xfrm>
        </p:spPr>
        <p:txBody>
          <a:bodyPr anchor="ctr">
            <a:normAutofit/>
          </a:bodyPr>
          <a:lstStyle/>
          <a:p>
            <a:r>
              <a:rPr lang="en-IN" b="1" dirty="0"/>
              <a:t>Data Type Conversion</a:t>
            </a:r>
            <a:br>
              <a:rPr lang="en-IN" dirty="0"/>
            </a:br>
            <a:endParaRPr lang="en-IN" dirty="0"/>
          </a:p>
        </p:txBody>
      </p:sp>
      <p:cxnSp>
        <p:nvCxnSpPr>
          <p:cNvPr id="18" name="Straight Connector 17">
            <a:extLst>
              <a:ext uri="{FF2B5EF4-FFF2-40B4-BE49-F238E27FC236}">
                <a16:creationId xmlns:a16="http://schemas.microsoft.com/office/drawing/2014/main" id="{D33AC32D-5F44-45F7-A0BD-7C11A86BED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600200"/>
            <a:ext cx="0" cy="3657600"/>
          </a:xfrm>
          <a:prstGeom prst="line">
            <a:avLst/>
          </a:prstGeom>
          <a:ln w="31750">
            <a:solidFill>
              <a:schemeClr val="tx1">
                <a:alpha val="8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AABD63C-D852-6CF6-F7B5-346019AE41B4}"/>
              </a:ext>
            </a:extLst>
          </p:cNvPr>
          <p:cNvSpPr>
            <a:spLocks noGrp="1"/>
          </p:cNvSpPr>
          <p:nvPr>
            <p:ph idx="1"/>
          </p:nvPr>
        </p:nvSpPr>
        <p:spPr>
          <a:xfrm>
            <a:off x="4976636" y="1193800"/>
            <a:ext cx="6085091" cy="4699000"/>
          </a:xfrm>
        </p:spPr>
        <p:txBody>
          <a:bodyPr anchor="ctr">
            <a:normAutofit/>
          </a:bodyPr>
          <a:lstStyle/>
          <a:p>
            <a:pPr marL="0" indent="0">
              <a:buNone/>
            </a:pPr>
            <a:r>
              <a:rPr lang="en-US" b="1">
                <a:latin typeface="Arial" panose="020B0604020202020204" pitchFamily="34" charset="0"/>
                <a:cs typeface="Arial" panose="020B0604020202020204" pitchFamily="34" charset="0"/>
              </a:rPr>
              <a:t>Methods:</a:t>
            </a:r>
          </a:p>
          <a:p>
            <a:pPr marL="1143000" marR="0" lvl="2" indent="-228600">
              <a:tabLst>
                <a:tab pos="1371600" algn="l"/>
              </a:tabLst>
            </a:pPr>
            <a:r>
              <a:rPr lang="en-IN" kern="100" dirty="0">
                <a:effectLst/>
                <a:latin typeface="Arial" panose="020B0604020202020204" pitchFamily="34" charset="0"/>
                <a:ea typeface="Aptos" panose="020B0004020202020204" pitchFamily="34" charset="0"/>
                <a:cs typeface="Arial" panose="020B0604020202020204" pitchFamily="34" charset="0"/>
              </a:rPr>
              <a:t>Convert </a:t>
            </a:r>
            <a:r>
              <a:rPr lang="en-IN" b="1" kern="100" dirty="0">
                <a:effectLst/>
                <a:latin typeface="Arial" panose="020B0604020202020204" pitchFamily="34" charset="0"/>
                <a:ea typeface="Aptos" panose="020B0004020202020204" pitchFamily="34" charset="0"/>
                <a:cs typeface="Arial" panose="020B0604020202020204" pitchFamily="34" charset="0"/>
              </a:rPr>
              <a:t>numeric columns</a:t>
            </a:r>
            <a:r>
              <a:rPr lang="en-IN" kern="100" dirty="0">
                <a:effectLst/>
                <a:latin typeface="Arial" panose="020B0604020202020204" pitchFamily="34" charset="0"/>
                <a:ea typeface="Aptos" panose="020B0004020202020204" pitchFamily="34" charset="0"/>
                <a:cs typeface="Arial" panose="020B0604020202020204" pitchFamily="34" charset="0"/>
              </a:rPr>
              <a:t> to integers or floats.</a:t>
            </a:r>
            <a:endParaRPr lang="en-IN" kern="100">
              <a:effectLst/>
              <a:latin typeface="Arial" panose="020B0604020202020204" pitchFamily="34" charset="0"/>
              <a:ea typeface="Aptos" panose="020B0004020202020204" pitchFamily="34" charset="0"/>
              <a:cs typeface="Arial" panose="020B0604020202020204" pitchFamily="34" charset="0"/>
            </a:endParaRPr>
          </a:p>
          <a:p>
            <a:pPr marL="1143000" marR="0" lvl="2" indent="-228600">
              <a:tabLst>
                <a:tab pos="1371600" algn="l"/>
              </a:tabLst>
            </a:pPr>
            <a:r>
              <a:rPr lang="en-IN" kern="100" dirty="0">
                <a:effectLst/>
                <a:latin typeface="Arial" panose="020B0604020202020204" pitchFamily="34" charset="0"/>
                <a:ea typeface="Aptos" panose="020B0004020202020204" pitchFamily="34" charset="0"/>
                <a:cs typeface="Arial" panose="020B0604020202020204" pitchFamily="34" charset="0"/>
              </a:rPr>
              <a:t>Ensure </a:t>
            </a:r>
            <a:r>
              <a:rPr lang="en-IN" b="1" kern="100" dirty="0">
                <a:effectLst/>
                <a:latin typeface="Arial" panose="020B0604020202020204" pitchFamily="34" charset="0"/>
                <a:ea typeface="Aptos" panose="020B0004020202020204" pitchFamily="34" charset="0"/>
                <a:cs typeface="Arial" panose="020B0604020202020204" pitchFamily="34" charset="0"/>
              </a:rPr>
              <a:t>date columns</a:t>
            </a:r>
            <a:r>
              <a:rPr lang="en-IN" kern="100" dirty="0">
                <a:effectLst/>
                <a:latin typeface="Arial" panose="020B0604020202020204" pitchFamily="34" charset="0"/>
                <a:ea typeface="Aptos" panose="020B0004020202020204" pitchFamily="34" charset="0"/>
                <a:cs typeface="Arial" panose="020B0604020202020204" pitchFamily="34" charset="0"/>
              </a:rPr>
              <a:t> are recognized as date-time objects.</a:t>
            </a:r>
            <a:endParaRPr lang="en-IN" kern="100">
              <a:effectLst/>
              <a:latin typeface="Arial" panose="020B0604020202020204" pitchFamily="34" charset="0"/>
              <a:ea typeface="Aptos" panose="020B0004020202020204" pitchFamily="34" charset="0"/>
              <a:cs typeface="Arial" panose="020B0604020202020204" pitchFamily="34" charset="0"/>
            </a:endParaRPr>
          </a:p>
          <a:p>
            <a:pPr marL="1143000" marR="0" lvl="2" indent="-228600">
              <a:spcAft>
                <a:spcPts val="800"/>
              </a:spcAft>
              <a:tabLst>
                <a:tab pos="1371600" algn="l"/>
              </a:tabLst>
            </a:pPr>
            <a:r>
              <a:rPr lang="en-IN" kern="100" dirty="0">
                <a:effectLst/>
                <a:latin typeface="Arial" panose="020B0604020202020204" pitchFamily="34" charset="0"/>
                <a:ea typeface="Aptos" panose="020B0004020202020204" pitchFamily="34" charset="0"/>
                <a:cs typeface="Arial" panose="020B0604020202020204" pitchFamily="34" charset="0"/>
              </a:rPr>
              <a:t>Convert </a:t>
            </a:r>
            <a:r>
              <a:rPr lang="en-IN" b="1" kern="100" dirty="0">
                <a:effectLst/>
                <a:latin typeface="Arial" panose="020B0604020202020204" pitchFamily="34" charset="0"/>
                <a:ea typeface="Aptos" panose="020B0004020202020204" pitchFamily="34" charset="0"/>
                <a:cs typeface="Arial" panose="020B0604020202020204" pitchFamily="34" charset="0"/>
              </a:rPr>
              <a:t>categorical data</a:t>
            </a:r>
            <a:r>
              <a:rPr lang="en-IN" kern="100" dirty="0">
                <a:effectLst/>
                <a:latin typeface="Arial" panose="020B0604020202020204" pitchFamily="34" charset="0"/>
                <a:ea typeface="Aptos" panose="020B0004020202020204" pitchFamily="34" charset="0"/>
                <a:cs typeface="Arial" panose="020B0604020202020204" pitchFamily="34" charset="0"/>
              </a:rPr>
              <a:t> into appropriate text or coded formats.</a:t>
            </a:r>
            <a:endParaRPr lang="en-IN" kern="100">
              <a:latin typeface="Arial" panose="020B0604020202020204" pitchFamily="34" charset="0"/>
              <a:ea typeface="Aptos" panose="020B0004020202020204" pitchFamily="34" charset="0"/>
              <a:cs typeface="Arial" panose="020B0604020202020204" pitchFamily="34" charset="0"/>
            </a:endParaRPr>
          </a:p>
          <a:p>
            <a:pPr marL="914400" marR="0" lvl="2" indent="0">
              <a:spcAft>
                <a:spcPts val="800"/>
              </a:spcAft>
              <a:buNone/>
              <a:tabLst>
                <a:tab pos="1371600" algn="l"/>
              </a:tabLst>
            </a:pPr>
            <a:r>
              <a:rPr lang="en-IN" kern="100" dirty="0">
                <a:effectLst/>
                <a:latin typeface="Arial" panose="020B0604020202020204" pitchFamily="34" charset="0"/>
                <a:ea typeface="Aptos" panose="020B0004020202020204" pitchFamily="34" charset="0"/>
                <a:cs typeface="Arial" panose="020B0604020202020204" pitchFamily="34" charset="0"/>
              </a:rPr>
              <a:t>Example:</a:t>
            </a:r>
            <a:endParaRPr lang="en-IN" kern="100">
              <a:latin typeface="Arial" panose="020B0604020202020204" pitchFamily="34" charset="0"/>
              <a:ea typeface="Aptos" panose="020B0004020202020204" pitchFamily="34" charset="0"/>
              <a:cs typeface="Arial" panose="020B0604020202020204" pitchFamily="34" charset="0"/>
            </a:endParaRPr>
          </a:p>
          <a:p>
            <a:pPr marL="914400" marR="0" lvl="2" indent="0">
              <a:spcAft>
                <a:spcPts val="800"/>
              </a:spcAft>
              <a:buNone/>
              <a:tabLst>
                <a:tab pos="1371600" algn="l"/>
              </a:tabLst>
            </a:pPr>
            <a:r>
              <a:rPr lang="en-IN" kern="100" dirty="0">
                <a:effectLst/>
                <a:latin typeface="Arial" panose="020B0604020202020204" pitchFamily="34" charset="0"/>
                <a:ea typeface="Aptos" panose="020B0004020202020204" pitchFamily="34" charset="0"/>
                <a:cs typeface="Arial" panose="020B0604020202020204" pitchFamily="34" charset="0"/>
              </a:rPr>
              <a:t>A cycle store’s sales dataset stores "Price Per Unit" as text instead of numeric values. When the store attempts to calculate total sales (Quantity Sold * Price Per Unit), it results in an error or incorrect calculations, leading to flawed business insights.</a:t>
            </a:r>
            <a:endParaRPr lang="en-IN" kern="100">
              <a:effectLst/>
              <a:latin typeface="Arial" panose="020B0604020202020204" pitchFamily="34" charset="0"/>
              <a:ea typeface="Aptos" panose="020B0004020202020204" pitchFamily="34" charset="0"/>
              <a:cs typeface="Arial" panose="020B0604020202020204" pitchFamily="34" charset="0"/>
            </a:endParaRPr>
          </a:p>
          <a:p>
            <a:pPr marL="914400" marR="0" lvl="2" indent="0">
              <a:spcAft>
                <a:spcPts val="800"/>
              </a:spcAft>
              <a:buNone/>
              <a:tabLst>
                <a:tab pos="1371600" algn="l"/>
              </a:tabLst>
            </a:pPr>
            <a:endParaRPr lang="en-IN" kern="100">
              <a:effectLst/>
              <a:latin typeface="Aptos" panose="020B0004020202020204" pitchFamily="34" charset="0"/>
              <a:ea typeface="Aptos" panose="020B0004020202020204" pitchFamily="34" charset="0"/>
              <a:cs typeface="Cordia New" panose="020B0304020202020204" pitchFamily="34" charset="-34"/>
            </a:endParaRPr>
          </a:p>
        </p:txBody>
      </p:sp>
      <p:sp>
        <p:nvSpPr>
          <p:cNvPr id="20" name="Date Placeholder 1">
            <a:extLst>
              <a:ext uri="{FF2B5EF4-FFF2-40B4-BE49-F238E27FC236}">
                <a16:creationId xmlns:a16="http://schemas.microsoft.com/office/drawing/2014/main" id="{3FBF03E8-C602-4192-9C52-F84B29FDCC88}"/>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23229" y="6007878"/>
            <a:ext cx="3500715" cy="309201"/>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4" name="Title 1">
            <a:extLst>
              <a:ext uri="{FF2B5EF4-FFF2-40B4-BE49-F238E27FC236}">
                <a16:creationId xmlns:a16="http://schemas.microsoft.com/office/drawing/2014/main" id="{ED9FE6D5-E57D-8CB9-C5FD-7ABBDC431078}"/>
              </a:ext>
            </a:extLst>
          </p:cNvPr>
          <p:cNvSpPr txBox="1">
            <a:spLocks/>
          </p:cNvSpPr>
          <p:nvPr/>
        </p:nvSpPr>
        <p:spPr>
          <a:xfrm rot="16443410">
            <a:off x="-2546262" y="1075582"/>
            <a:ext cx="4176511" cy="1049235"/>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r>
              <a:rPr lang="en-IN" b="1" kern="100">
                <a:ea typeface="Aptos" panose="020B0004020202020204" pitchFamily="34" charset="0"/>
                <a:cs typeface="Cordia New" panose="020B0304020202020204" pitchFamily="34" charset="-34"/>
              </a:rPr>
              <a:t>Key Takeaways</a:t>
            </a:r>
            <a:br>
              <a:rPr lang="en-IN" kern="100">
                <a:latin typeface="Aptos" panose="020B0004020202020204" pitchFamily="34" charset="0"/>
                <a:ea typeface="Aptos" panose="020B0004020202020204" pitchFamily="34" charset="0"/>
                <a:cs typeface="Cordia New" panose="020B0304020202020204" pitchFamily="34" charset="-34"/>
              </a:rPr>
            </a:br>
            <a:endParaRPr lang="en-IN" dirty="0"/>
          </a:p>
        </p:txBody>
      </p:sp>
    </p:spTree>
    <p:extLst>
      <p:ext uri="{BB962C8B-B14F-4D97-AF65-F5344CB8AC3E}">
        <p14:creationId xmlns:p14="http://schemas.microsoft.com/office/powerpoint/2010/main" val="156873186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5C3D674-3D59-4E93-80CA-0C0A9095E8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884B8F8-FDC9-498B-9960-5D7260AFCB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417737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a:extLst>
              <a:ext uri="{FF2B5EF4-FFF2-40B4-BE49-F238E27FC236}">
                <a16:creationId xmlns:a16="http://schemas.microsoft.com/office/drawing/2014/main" id="{5DDB7A68-591B-FCB6-D280-51FF060580A5}"/>
              </a:ext>
            </a:extLst>
          </p:cNvPr>
          <p:cNvSpPr>
            <a:spLocks noGrp="1"/>
          </p:cNvSpPr>
          <p:nvPr>
            <p:ph type="title"/>
          </p:nvPr>
        </p:nvSpPr>
        <p:spPr>
          <a:xfrm>
            <a:off x="1451580" y="804520"/>
            <a:ext cx="4176511" cy="1049235"/>
          </a:xfrm>
        </p:spPr>
        <p:txBody>
          <a:bodyPr>
            <a:normAutofit/>
          </a:bodyPr>
          <a:lstStyle/>
          <a:p>
            <a:r>
              <a:rPr lang="en-IN" b="1" kern="100" dirty="0">
                <a:effectLst/>
                <a:ea typeface="Aptos" panose="020B0004020202020204" pitchFamily="34" charset="0"/>
                <a:cs typeface="Cordia New" panose="020B0304020202020204" pitchFamily="34" charset="-34"/>
              </a:rPr>
              <a:t>Key Takeaways</a:t>
            </a:r>
            <a:br>
              <a:rPr lang="en-IN" kern="100" dirty="0">
                <a:effectLst/>
                <a:latin typeface="Aptos" panose="020B0004020202020204" pitchFamily="34" charset="0"/>
                <a:ea typeface="Aptos" panose="020B0004020202020204" pitchFamily="34" charset="0"/>
                <a:cs typeface="Cordia New" panose="020B0304020202020204" pitchFamily="34" charset="-34"/>
              </a:rPr>
            </a:br>
            <a:endParaRPr lang="en-IN" dirty="0"/>
          </a:p>
        </p:txBody>
      </p:sp>
      <p:sp>
        <p:nvSpPr>
          <p:cNvPr id="14" name="Rectangle 13">
            <a:extLst>
              <a:ext uri="{FF2B5EF4-FFF2-40B4-BE49-F238E27FC236}">
                <a16:creationId xmlns:a16="http://schemas.microsoft.com/office/drawing/2014/main" id="{EF2A81E1-BCBE-426B-8C09-33274E6940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3" name="Content Placeholder 2">
            <a:extLst>
              <a:ext uri="{FF2B5EF4-FFF2-40B4-BE49-F238E27FC236}">
                <a16:creationId xmlns:a16="http://schemas.microsoft.com/office/drawing/2014/main" id="{83D6EA6F-A217-17BC-205E-27B63E256E31}"/>
              </a:ext>
            </a:extLst>
          </p:cNvPr>
          <p:cNvSpPr>
            <a:spLocks noGrp="1"/>
          </p:cNvSpPr>
          <p:nvPr>
            <p:ph idx="1"/>
          </p:nvPr>
        </p:nvSpPr>
        <p:spPr>
          <a:xfrm>
            <a:off x="1451581" y="2015732"/>
            <a:ext cx="4172212" cy="3450613"/>
          </a:xfrm>
        </p:spPr>
        <p:txBody>
          <a:bodyPr>
            <a:normAutofit/>
          </a:bodyPr>
          <a:lstStyle/>
          <a:p>
            <a:pPr marL="342900" marR="0" lvl="0" indent="-342900">
              <a:lnSpc>
                <a:spcPct val="110000"/>
              </a:lnSpc>
              <a:buSzPts val="1000"/>
              <a:buFont typeface="Symbol" panose="05050102010706020507" pitchFamily="18" charset="2"/>
              <a:buChar char=""/>
              <a:tabLst>
                <a:tab pos="457200" algn="l"/>
              </a:tabLst>
            </a:pPr>
            <a:r>
              <a:rPr lang="en-IN" sz="1700" kern="100">
                <a:effectLst/>
                <a:ea typeface="Aptos" panose="020B0004020202020204" pitchFamily="34" charset="0"/>
                <a:cs typeface="Cordia New" panose="020B0304020202020204" pitchFamily="34" charset="-34"/>
              </a:rPr>
              <a:t>Clean data reduces errors and enhances data-driven decision-making.</a:t>
            </a:r>
          </a:p>
          <a:p>
            <a:pPr marL="342900" marR="0" lvl="0" indent="-342900">
              <a:lnSpc>
                <a:spcPct val="110000"/>
              </a:lnSpc>
              <a:buSzPts val="1000"/>
              <a:buFont typeface="Symbol" panose="05050102010706020507" pitchFamily="18" charset="2"/>
              <a:buChar char=""/>
              <a:tabLst>
                <a:tab pos="457200" algn="l"/>
              </a:tabLst>
            </a:pPr>
            <a:r>
              <a:rPr lang="en-IN" sz="1700" kern="100">
                <a:effectLst/>
                <a:ea typeface="Aptos" panose="020B0004020202020204" pitchFamily="34" charset="0"/>
                <a:cs typeface="Cordia New" panose="020B0304020202020204" pitchFamily="34" charset="-34"/>
              </a:rPr>
              <a:t>Inconsistencies and duplicates can mislead analysis and impact business strategy.</a:t>
            </a:r>
          </a:p>
          <a:p>
            <a:pPr marL="342900" marR="0" lvl="0" indent="-342900">
              <a:lnSpc>
                <a:spcPct val="110000"/>
              </a:lnSpc>
              <a:buSzPts val="1000"/>
              <a:buFont typeface="Symbol" panose="05050102010706020507" pitchFamily="18" charset="2"/>
              <a:buChar char=""/>
              <a:tabLst>
                <a:tab pos="457200" algn="l"/>
              </a:tabLst>
            </a:pPr>
            <a:r>
              <a:rPr lang="en-IN" sz="1700" kern="100">
                <a:effectLst/>
                <a:ea typeface="Aptos" panose="020B0004020202020204" pitchFamily="34" charset="0"/>
                <a:cs typeface="Cordia New" panose="020B0304020202020204" pitchFamily="34" charset="-34"/>
              </a:rPr>
              <a:t>Handling outliers prevents distorted reports and inaccurate forecasts.</a:t>
            </a:r>
          </a:p>
          <a:p>
            <a:pPr marL="342900" marR="0" lvl="0" indent="-342900">
              <a:lnSpc>
                <a:spcPct val="110000"/>
              </a:lnSpc>
              <a:spcAft>
                <a:spcPts val="800"/>
              </a:spcAft>
              <a:buSzPts val="1000"/>
              <a:buFont typeface="Symbol" panose="05050102010706020507" pitchFamily="18" charset="2"/>
              <a:buChar char=""/>
              <a:tabLst>
                <a:tab pos="457200" algn="l"/>
              </a:tabLst>
            </a:pPr>
            <a:r>
              <a:rPr lang="en-IN" sz="1700" kern="100">
                <a:effectLst/>
                <a:ea typeface="Aptos" panose="020B0004020202020204" pitchFamily="34" charset="0"/>
                <a:cs typeface="Cordia New" panose="020B0304020202020204" pitchFamily="34" charset="-34"/>
              </a:rPr>
              <a:t>Data type conversion ensures correct calculations and processing.</a:t>
            </a:r>
          </a:p>
        </p:txBody>
      </p:sp>
      <p:pic>
        <p:nvPicPr>
          <p:cNvPr id="7" name="Graphic 6" descr="Statistics">
            <a:extLst>
              <a:ext uri="{FF2B5EF4-FFF2-40B4-BE49-F238E27FC236}">
                <a16:creationId xmlns:a16="http://schemas.microsoft.com/office/drawing/2014/main" id="{9EBFD522-285C-4DCB-1606-048EDB8691D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44251" y="805583"/>
            <a:ext cx="4660762" cy="4660762"/>
          </a:xfrm>
          <a:prstGeom prst="rect">
            <a:avLst/>
          </a:prstGeom>
        </p:spPr>
      </p:pic>
      <p:pic>
        <p:nvPicPr>
          <p:cNvPr id="16" name="Picture 15">
            <a:extLst>
              <a:ext uri="{FF2B5EF4-FFF2-40B4-BE49-F238E27FC236}">
                <a16:creationId xmlns:a16="http://schemas.microsoft.com/office/drawing/2014/main" id="{39D1DDD4-5BB3-45BA-B9B3-06B62299AD7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8" name="Straight Connector 17">
            <a:extLst>
              <a:ext uri="{FF2B5EF4-FFF2-40B4-BE49-F238E27FC236}">
                <a16:creationId xmlns:a16="http://schemas.microsoft.com/office/drawing/2014/main" id="{A24DAE64-2302-42EA-8239-F2F0775CA5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4" name="Title 1">
            <a:extLst>
              <a:ext uri="{FF2B5EF4-FFF2-40B4-BE49-F238E27FC236}">
                <a16:creationId xmlns:a16="http://schemas.microsoft.com/office/drawing/2014/main" id="{B4FE10B0-25F3-C45A-CF76-A17973ACE19D}"/>
              </a:ext>
            </a:extLst>
          </p:cNvPr>
          <p:cNvSpPr txBox="1">
            <a:spLocks/>
          </p:cNvSpPr>
          <p:nvPr/>
        </p:nvSpPr>
        <p:spPr>
          <a:xfrm rot="16200000">
            <a:off x="-2577123" y="2489732"/>
            <a:ext cx="4176384" cy="813181"/>
          </a:xfrm>
          <a:prstGeom prst="rect">
            <a:avLst/>
          </a:prstGeom>
        </p:spPr>
        <p:txBody>
          <a:bodyPr vert="horz" lIns="91440" tIns="45720" rIns="91440" bIns="0" rtlCol="0" anchor="b">
            <a:normAutofit/>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r>
              <a:rPr lang="en-US" sz="4800"/>
              <a:t>Exercise</a:t>
            </a:r>
            <a:endParaRPr lang="en-US" sz="4800" dirty="0"/>
          </a:p>
        </p:txBody>
      </p:sp>
    </p:spTree>
    <p:extLst>
      <p:ext uri="{BB962C8B-B14F-4D97-AF65-F5344CB8AC3E}">
        <p14:creationId xmlns:p14="http://schemas.microsoft.com/office/powerpoint/2010/main" val="198860129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CABCAE3-64FC-4149-819F-2C18128241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11" name="Picture 10">
            <a:extLst>
              <a:ext uri="{FF2B5EF4-FFF2-40B4-BE49-F238E27FC236}">
                <a16:creationId xmlns:a16="http://schemas.microsoft.com/office/drawing/2014/main" id="{012FDCFE-9AD2-4D8A-8CBF-B3AA37EBF6D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3" name="Straight Connector 12">
            <a:extLst>
              <a:ext uri="{FF2B5EF4-FFF2-40B4-BE49-F238E27FC236}">
                <a16:creationId xmlns:a16="http://schemas.microsoft.com/office/drawing/2014/main" id="{FBD463FC-4CA8-4FF4-85A3-AF9F4B98D2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ECF35C3-8B44-4F4B-BD25-4C01823DB2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17" name="Rectangle 16">
            <a:extLst>
              <a:ext uri="{FF2B5EF4-FFF2-40B4-BE49-F238E27FC236}">
                <a16:creationId xmlns:a16="http://schemas.microsoft.com/office/drawing/2014/main" id="{D0712110-0BC1-4B31-B3BB-63B44222E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4466B5F3-C053-4580-B04A-1EF9498882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5C9D30C6-9079-CA39-8FBC-B6616A3D1EFF}"/>
              </a:ext>
            </a:extLst>
          </p:cNvPr>
          <p:cNvSpPr>
            <a:spLocks noGrp="1"/>
          </p:cNvSpPr>
          <p:nvPr>
            <p:ph type="title"/>
          </p:nvPr>
        </p:nvSpPr>
        <p:spPr>
          <a:xfrm>
            <a:off x="1452616" y="962902"/>
            <a:ext cx="4176384" cy="2380828"/>
          </a:xfrm>
        </p:spPr>
        <p:txBody>
          <a:bodyPr vert="horz" lIns="91440" tIns="45720" rIns="91440" bIns="0" rtlCol="0" anchor="b">
            <a:normAutofit/>
          </a:bodyPr>
          <a:lstStyle/>
          <a:p>
            <a:r>
              <a:rPr lang="en-US" sz="4800" dirty="0"/>
              <a:t>Exercise</a:t>
            </a:r>
          </a:p>
        </p:txBody>
      </p:sp>
      <p:cxnSp>
        <p:nvCxnSpPr>
          <p:cNvPr id="21" name="Straight Connector 20">
            <a:extLst>
              <a:ext uri="{FF2B5EF4-FFF2-40B4-BE49-F238E27FC236}">
                <a16:creationId xmlns:a16="http://schemas.microsoft.com/office/drawing/2014/main" id="{FA6123F2-4B61-414F-A7E5-5B7828EACAE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2617" y="3528543"/>
            <a:ext cx="4171479" cy="0"/>
          </a:xfrm>
          <a:prstGeom prst="line">
            <a:avLst/>
          </a:prstGeom>
          <a:ln w="31750"/>
        </p:spPr>
        <p:style>
          <a:lnRef idx="3">
            <a:schemeClr val="accent1"/>
          </a:lnRef>
          <a:fillRef idx="0">
            <a:schemeClr val="accent1"/>
          </a:fillRef>
          <a:effectRef idx="2">
            <a:schemeClr val="accent1"/>
          </a:effectRef>
          <a:fontRef idx="minor">
            <a:schemeClr val="tx1"/>
          </a:fontRef>
        </p:style>
      </p:cxnSp>
      <p:pic>
        <p:nvPicPr>
          <p:cNvPr id="6" name="Graphic 5" descr="Cycling">
            <a:extLst>
              <a:ext uri="{FF2B5EF4-FFF2-40B4-BE49-F238E27FC236}">
                <a16:creationId xmlns:a16="http://schemas.microsoft.com/office/drawing/2014/main" id="{09435B7D-2175-BD11-93C9-98D83427D0C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44251" y="805583"/>
            <a:ext cx="4660762" cy="4660762"/>
          </a:xfrm>
          <a:prstGeom prst="rect">
            <a:avLst/>
          </a:prstGeom>
        </p:spPr>
      </p:pic>
      <p:pic>
        <p:nvPicPr>
          <p:cNvPr id="23" name="Picture 22">
            <a:extLst>
              <a:ext uri="{FF2B5EF4-FFF2-40B4-BE49-F238E27FC236}">
                <a16:creationId xmlns:a16="http://schemas.microsoft.com/office/drawing/2014/main" id="{25CED634-E2D0-4AB7-96DD-816C9B52C5C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25" name="Straight Connector 24">
            <a:extLst>
              <a:ext uri="{FF2B5EF4-FFF2-40B4-BE49-F238E27FC236}">
                <a16:creationId xmlns:a16="http://schemas.microsoft.com/office/drawing/2014/main" id="{FCDDCDFB-696D-4FDF-9B58-24F71B7C37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144C91BE-EFA2-AAA3-EA63-EB8E331950FF}"/>
              </a:ext>
            </a:extLst>
          </p:cNvPr>
          <p:cNvSpPr txBox="1">
            <a:spLocks/>
          </p:cNvSpPr>
          <p:nvPr/>
        </p:nvSpPr>
        <p:spPr>
          <a:xfrm rot="15730619">
            <a:off x="-2681872" y="2775098"/>
            <a:ext cx="3193050" cy="1746101"/>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r>
              <a:rPr lang="en-US" b="1"/>
              <a:t>Case Study - Pen &amp; Paper Supplies</a:t>
            </a:r>
            <a:br>
              <a:rPr lang="en-US"/>
            </a:br>
            <a:endParaRPr lang="en-IN" dirty="0"/>
          </a:p>
        </p:txBody>
      </p:sp>
    </p:spTree>
    <p:extLst>
      <p:ext uri="{BB962C8B-B14F-4D97-AF65-F5344CB8AC3E}">
        <p14:creationId xmlns:p14="http://schemas.microsoft.com/office/powerpoint/2010/main" val="166220067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6870151-9189-4C3A-8379-EF3D95827A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School supplies on a table">
            <a:extLst>
              <a:ext uri="{FF2B5EF4-FFF2-40B4-BE49-F238E27FC236}">
                <a16:creationId xmlns:a16="http://schemas.microsoft.com/office/drawing/2014/main" id="{30C9376F-E4CC-B975-1287-3A7228215F1F}"/>
              </a:ext>
            </a:extLst>
          </p:cNvPr>
          <p:cNvPicPr>
            <a:picLocks noChangeAspect="1"/>
          </p:cNvPicPr>
          <p:nvPr/>
        </p:nvPicPr>
        <p:blipFill>
          <a:blip r:embed="rId2">
            <a:alphaModFix amt="50000"/>
          </a:blip>
          <a:srcRect t="15728" r="-1" b="-1"/>
          <a:stretch/>
        </p:blipFill>
        <p:spPr>
          <a:xfrm>
            <a:off x="305" y="10"/>
            <a:ext cx="12191695" cy="6857990"/>
          </a:xfrm>
          <a:prstGeom prst="rect">
            <a:avLst/>
          </a:prstGeom>
        </p:spPr>
      </p:pic>
      <p:sp>
        <p:nvSpPr>
          <p:cNvPr id="12" name="Slide Number Placeholder 7">
            <a:extLst>
              <a:ext uri="{FF2B5EF4-FFF2-40B4-BE49-F238E27FC236}">
                <a16:creationId xmlns:a16="http://schemas.microsoft.com/office/drawing/2014/main" id="{123EA69C-102A-4DD0-9547-05DCD271D159}"/>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12301" y="443732"/>
            <a:ext cx="811019" cy="503578"/>
          </a:xfrm>
          <a:prstGeom prst="rect">
            <a:avLst/>
          </a:prstGeom>
        </p:spPr>
        <p:txBody>
          <a:bodyPr vert="horz" lIns="91440" tIns="45720" rIns="91440" bIns="45720" rtlCol="0" anchor="t"/>
          <a:lstStyle>
            <a:defPPr>
              <a:defRPr lang="en-US"/>
            </a:defPPr>
            <a:lvl1pPr marL="0" algn="r" defTabSz="457200" rtl="0" eaLnBrk="1" latinLnBrk="0" hangingPunct="1">
              <a:defRPr sz="28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14" name="Footer Placeholder 6">
            <a:extLst>
              <a:ext uri="{FF2B5EF4-FFF2-40B4-BE49-F238E27FC236}">
                <a16:creationId xmlns:a16="http://schemas.microsoft.com/office/drawing/2014/main" id="{6A862265-5CA3-4C40-8582-7534C3B03C2A}"/>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76636" y="540921"/>
            <a:ext cx="4973915" cy="309201"/>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16" name="Rectangle 15">
            <a:extLst>
              <a:ext uri="{FF2B5EF4-FFF2-40B4-BE49-F238E27FC236}">
                <a16:creationId xmlns:a16="http://schemas.microsoft.com/office/drawing/2014/main" id="{600EF80B-0391-4082-9AF5-F15B091B4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93800"/>
            <a:ext cx="12192000" cy="5664199"/>
          </a:xfrm>
          <a:prstGeom prst="rect">
            <a:avLst/>
          </a:prstGeom>
          <a:gradFill flip="none" rotWithShape="1">
            <a:gsLst>
              <a:gs pos="0">
                <a:schemeClr val="bg2">
                  <a:lumMod val="87000"/>
                  <a:alpha val="4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451C3348-90E7-B4E9-0615-611198DBC267}"/>
              </a:ext>
            </a:extLst>
          </p:cNvPr>
          <p:cNvSpPr>
            <a:spLocks noGrp="1"/>
          </p:cNvSpPr>
          <p:nvPr>
            <p:ph type="title"/>
          </p:nvPr>
        </p:nvSpPr>
        <p:spPr>
          <a:xfrm>
            <a:off x="1130271" y="1193800"/>
            <a:ext cx="3193050" cy="4699000"/>
          </a:xfrm>
        </p:spPr>
        <p:txBody>
          <a:bodyPr anchor="ctr">
            <a:normAutofit/>
          </a:bodyPr>
          <a:lstStyle/>
          <a:p>
            <a:r>
              <a:rPr lang="en-US" b="1" dirty="0"/>
              <a:t>Case Study - Pen &amp; Paper Supplies</a:t>
            </a:r>
            <a:br>
              <a:rPr lang="en-US" dirty="0"/>
            </a:br>
            <a:endParaRPr lang="en-IN" dirty="0"/>
          </a:p>
        </p:txBody>
      </p:sp>
      <p:cxnSp>
        <p:nvCxnSpPr>
          <p:cNvPr id="18" name="Straight Connector 17">
            <a:extLst>
              <a:ext uri="{FF2B5EF4-FFF2-40B4-BE49-F238E27FC236}">
                <a16:creationId xmlns:a16="http://schemas.microsoft.com/office/drawing/2014/main" id="{D33AC32D-5F44-45F7-A0BD-7C11A86BED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600200"/>
            <a:ext cx="0" cy="3657600"/>
          </a:xfrm>
          <a:prstGeom prst="line">
            <a:avLst/>
          </a:prstGeom>
          <a:ln w="31750">
            <a:solidFill>
              <a:schemeClr val="tx1">
                <a:alpha val="8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839DB27-64AC-EE8F-E5DE-B19FFB5ABD6E}"/>
              </a:ext>
            </a:extLst>
          </p:cNvPr>
          <p:cNvSpPr>
            <a:spLocks noGrp="1"/>
          </p:cNvSpPr>
          <p:nvPr>
            <p:ph idx="1"/>
          </p:nvPr>
        </p:nvSpPr>
        <p:spPr>
          <a:xfrm>
            <a:off x="4976636" y="1193800"/>
            <a:ext cx="6085091" cy="4699000"/>
          </a:xfrm>
        </p:spPr>
        <p:txBody>
          <a:bodyPr anchor="ctr">
            <a:normAutofit/>
          </a:bodyPr>
          <a:lstStyle/>
          <a:p>
            <a:pPr marL="0" marR="0">
              <a:spcAft>
                <a:spcPts val="800"/>
              </a:spcAft>
            </a:pPr>
            <a:r>
              <a:rPr lang="en-IN" b="1" kern="100">
                <a:effectLst/>
                <a:latin typeface="Aptos" panose="020B0004020202020204" pitchFamily="34" charset="0"/>
                <a:ea typeface="Aptos" panose="020B0004020202020204" pitchFamily="34" charset="0"/>
                <a:cs typeface="Cordia New" panose="020B0304020202020204" pitchFamily="34" charset="-34"/>
              </a:rPr>
              <a:t>Background</a:t>
            </a:r>
            <a:br>
              <a:rPr lang="en-IN" b="1" kern="100">
                <a:effectLst/>
                <a:latin typeface="Aptos" panose="020B0004020202020204" pitchFamily="34" charset="0"/>
                <a:ea typeface="Aptos" panose="020B0004020202020204" pitchFamily="34" charset="0"/>
                <a:cs typeface="Cordia New" panose="020B0304020202020204" pitchFamily="34" charset="-34"/>
              </a:rPr>
            </a:br>
            <a:r>
              <a:rPr lang="en-IN" kern="100">
                <a:effectLst/>
                <a:latin typeface="Aptos" panose="020B0004020202020204" pitchFamily="34" charset="0"/>
                <a:ea typeface="Aptos" panose="020B0004020202020204" pitchFamily="34" charset="0"/>
                <a:cs typeface="Cordia New" panose="020B0304020202020204" pitchFamily="34" charset="-34"/>
              </a:rPr>
              <a:t>A local stationery store, </a:t>
            </a:r>
            <a:r>
              <a:rPr lang="en-IN" b="1" kern="100">
                <a:effectLst/>
                <a:latin typeface="Aptos" panose="020B0004020202020204" pitchFamily="34" charset="0"/>
                <a:ea typeface="Aptos" panose="020B0004020202020204" pitchFamily="34" charset="0"/>
                <a:cs typeface="Cordia New" panose="020B0304020202020204" pitchFamily="34" charset="-34"/>
              </a:rPr>
              <a:t>Pen &amp; Paper Supplies</a:t>
            </a:r>
            <a:r>
              <a:rPr lang="en-IN" kern="100">
                <a:effectLst/>
                <a:latin typeface="Aptos" panose="020B0004020202020204" pitchFamily="34" charset="0"/>
                <a:ea typeface="Aptos" panose="020B0004020202020204" pitchFamily="34" charset="0"/>
                <a:cs typeface="Cordia New" panose="020B0304020202020204" pitchFamily="34" charset="-34"/>
              </a:rPr>
              <a:t>, has been operating for the past two years. They recently expanded their product line and customer base, leading to a surge in sales. To optimize their inventory and pricing strategy, the store owner, Sarah, decided to analyse sales data. However, when she received the dataset, she noticed several issues such as missing values, duplicate entries, and inconsistent formatting.</a:t>
            </a:r>
          </a:p>
          <a:p>
            <a:pPr marL="0" indent="0">
              <a:buNone/>
            </a:pPr>
            <a:endParaRPr lang="en-IN" dirty="0"/>
          </a:p>
        </p:txBody>
      </p:sp>
      <p:sp>
        <p:nvSpPr>
          <p:cNvPr id="20" name="Date Placeholder 1">
            <a:extLst>
              <a:ext uri="{FF2B5EF4-FFF2-40B4-BE49-F238E27FC236}">
                <a16:creationId xmlns:a16="http://schemas.microsoft.com/office/drawing/2014/main" id="{3FBF03E8-C602-4192-9C52-F84B29FDCC88}"/>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23229" y="6007878"/>
            <a:ext cx="3500715" cy="309201"/>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4" name="Title 1">
            <a:extLst>
              <a:ext uri="{FF2B5EF4-FFF2-40B4-BE49-F238E27FC236}">
                <a16:creationId xmlns:a16="http://schemas.microsoft.com/office/drawing/2014/main" id="{D617E8D6-6666-1311-FD57-595B3CF9ED33}"/>
              </a:ext>
            </a:extLst>
          </p:cNvPr>
          <p:cNvSpPr txBox="1">
            <a:spLocks/>
          </p:cNvSpPr>
          <p:nvPr/>
        </p:nvSpPr>
        <p:spPr>
          <a:xfrm rot="16200000">
            <a:off x="-3216113" y="1889041"/>
            <a:ext cx="5550355" cy="1049235"/>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r>
              <a:rPr lang="en-US" b="1"/>
              <a:t>Problem Statement</a:t>
            </a:r>
            <a:endParaRPr lang="en-IN" b="1" dirty="0"/>
          </a:p>
        </p:txBody>
      </p:sp>
    </p:spTree>
    <p:extLst>
      <p:ext uri="{BB962C8B-B14F-4D97-AF65-F5344CB8AC3E}">
        <p14:creationId xmlns:p14="http://schemas.microsoft.com/office/powerpoint/2010/main" val="345066234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CAE7D-3402-8BF3-3119-116D815C0A50}"/>
              </a:ext>
            </a:extLst>
          </p:cNvPr>
          <p:cNvSpPr>
            <a:spLocks noGrp="1"/>
          </p:cNvSpPr>
          <p:nvPr>
            <p:ph type="title"/>
          </p:nvPr>
        </p:nvSpPr>
        <p:spPr>
          <a:xfrm>
            <a:off x="1451580" y="804520"/>
            <a:ext cx="5550355" cy="1049235"/>
          </a:xfrm>
        </p:spPr>
        <p:txBody>
          <a:bodyPr>
            <a:normAutofit/>
          </a:bodyPr>
          <a:lstStyle/>
          <a:p>
            <a:r>
              <a:rPr lang="en-US" b="1" dirty="0"/>
              <a:t>Problem Statement</a:t>
            </a:r>
            <a:endParaRPr lang="en-IN" b="1" dirty="0"/>
          </a:p>
        </p:txBody>
      </p:sp>
      <p:sp>
        <p:nvSpPr>
          <p:cNvPr id="3" name="Content Placeholder 2">
            <a:extLst>
              <a:ext uri="{FF2B5EF4-FFF2-40B4-BE49-F238E27FC236}">
                <a16:creationId xmlns:a16="http://schemas.microsoft.com/office/drawing/2014/main" id="{D833008B-E02A-6B4F-B397-1231FFC0BCB9}"/>
              </a:ext>
            </a:extLst>
          </p:cNvPr>
          <p:cNvSpPr>
            <a:spLocks noGrp="1"/>
          </p:cNvSpPr>
          <p:nvPr>
            <p:ph idx="1"/>
          </p:nvPr>
        </p:nvSpPr>
        <p:spPr>
          <a:xfrm>
            <a:off x="1451580" y="2015732"/>
            <a:ext cx="5550355" cy="3450613"/>
          </a:xfrm>
        </p:spPr>
        <p:txBody>
          <a:bodyPr>
            <a:normAutofit/>
          </a:bodyPr>
          <a:lstStyle/>
          <a:p>
            <a:pPr marL="0" marR="0" indent="0">
              <a:spcAft>
                <a:spcPts val="800"/>
              </a:spcAft>
              <a:buNone/>
            </a:pPr>
            <a:r>
              <a:rPr lang="en-IN" sz="1700" kern="100">
                <a:effectLst/>
                <a:latin typeface="Aptos" panose="020B0004020202020204" pitchFamily="34" charset="0"/>
                <a:ea typeface="Aptos" panose="020B0004020202020204" pitchFamily="34" charset="0"/>
                <a:cs typeface="Cordia New" panose="020B0304020202020204" pitchFamily="34" charset="-34"/>
              </a:rPr>
              <a:t>Sarah faced challenges while generating reports due to:</a:t>
            </a:r>
          </a:p>
          <a:p>
            <a:pPr marL="800100" lvl="1" indent="-342900">
              <a:spcAft>
                <a:spcPts val="800"/>
              </a:spcAft>
              <a:buSzPts val="1000"/>
              <a:buFont typeface="Symbol" panose="05050102010706020507" pitchFamily="18" charset="2"/>
              <a:buChar char=""/>
              <a:tabLst>
                <a:tab pos="457200" algn="l"/>
              </a:tabLst>
            </a:pPr>
            <a:r>
              <a:rPr lang="en-IN" sz="1700" kern="100">
                <a:effectLst/>
                <a:latin typeface="Aptos" panose="020B0004020202020204" pitchFamily="34" charset="0"/>
                <a:ea typeface="Aptos" panose="020B0004020202020204" pitchFamily="34" charset="0"/>
                <a:cs typeface="Cordia New" panose="020B0304020202020204" pitchFamily="34" charset="-34"/>
              </a:rPr>
              <a:t>Missing product names and customer details.</a:t>
            </a:r>
          </a:p>
          <a:p>
            <a:pPr marL="800100" lvl="1" indent="-342900">
              <a:spcAft>
                <a:spcPts val="800"/>
              </a:spcAft>
              <a:buSzPts val="1000"/>
              <a:buFont typeface="Symbol" panose="05050102010706020507" pitchFamily="18" charset="2"/>
              <a:buChar char=""/>
              <a:tabLst>
                <a:tab pos="457200" algn="l"/>
              </a:tabLst>
            </a:pPr>
            <a:r>
              <a:rPr lang="en-IN" sz="1700" kern="100">
                <a:effectLst/>
                <a:latin typeface="Aptos" panose="020B0004020202020204" pitchFamily="34" charset="0"/>
                <a:ea typeface="Aptos" panose="020B0004020202020204" pitchFamily="34" charset="0"/>
                <a:cs typeface="Cordia New" panose="020B0304020202020204" pitchFamily="34" charset="-34"/>
              </a:rPr>
              <a:t>Duplicate order records inflating sales numbers.</a:t>
            </a:r>
          </a:p>
          <a:p>
            <a:pPr marL="800100" lvl="1" indent="-342900">
              <a:spcAft>
                <a:spcPts val="800"/>
              </a:spcAft>
              <a:buSzPts val="1000"/>
              <a:buFont typeface="Symbol" panose="05050102010706020507" pitchFamily="18" charset="2"/>
              <a:buChar char=""/>
              <a:tabLst>
                <a:tab pos="457200" algn="l"/>
              </a:tabLst>
            </a:pPr>
            <a:r>
              <a:rPr lang="en-IN" sz="1700" kern="100">
                <a:effectLst/>
                <a:latin typeface="Aptos" panose="020B0004020202020204" pitchFamily="34" charset="0"/>
                <a:ea typeface="Aptos" panose="020B0004020202020204" pitchFamily="34" charset="0"/>
                <a:cs typeface="Cordia New" panose="020B0304020202020204" pitchFamily="34" charset="-34"/>
              </a:rPr>
              <a:t>Inconsistent date formats making time-based trend analysis difficult.</a:t>
            </a:r>
          </a:p>
          <a:p>
            <a:pPr marL="800100" lvl="1" indent="-342900">
              <a:spcAft>
                <a:spcPts val="800"/>
              </a:spcAft>
              <a:buSzPts val="1000"/>
              <a:buFont typeface="Symbol" panose="05050102010706020507" pitchFamily="18" charset="2"/>
              <a:buChar char=""/>
              <a:tabLst>
                <a:tab pos="457200" algn="l"/>
              </a:tabLst>
            </a:pPr>
            <a:r>
              <a:rPr lang="en-IN" sz="1700" kern="100">
                <a:effectLst/>
                <a:latin typeface="Aptos" panose="020B0004020202020204" pitchFamily="34" charset="0"/>
                <a:ea typeface="Aptos" panose="020B0004020202020204" pitchFamily="34" charset="0"/>
                <a:cs typeface="Cordia New" panose="020B0304020202020204" pitchFamily="34" charset="-34"/>
              </a:rPr>
              <a:t>Different text capitalizations leading to classification errors.</a:t>
            </a:r>
          </a:p>
          <a:p>
            <a:endParaRPr lang="en-IN" sz="1700"/>
          </a:p>
        </p:txBody>
      </p:sp>
      <p:pic>
        <p:nvPicPr>
          <p:cNvPr id="7" name="Graphic 6" descr="Magnifying glass">
            <a:extLst>
              <a:ext uri="{FF2B5EF4-FFF2-40B4-BE49-F238E27FC236}">
                <a16:creationId xmlns:a16="http://schemas.microsoft.com/office/drawing/2014/main" id="{E902A0C5-7B6F-ACDB-A4CE-7F474E3A157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82506" y="1929279"/>
            <a:ext cx="2799103" cy="2799103"/>
          </a:xfrm>
          <a:prstGeom prst="rect">
            <a:avLst/>
          </a:prstGeom>
        </p:spPr>
      </p:pic>
      <p:sp>
        <p:nvSpPr>
          <p:cNvPr id="4" name="Title 1">
            <a:extLst>
              <a:ext uri="{FF2B5EF4-FFF2-40B4-BE49-F238E27FC236}">
                <a16:creationId xmlns:a16="http://schemas.microsoft.com/office/drawing/2014/main" id="{8A3699FE-A254-6961-DAB7-D25A4F698C50}"/>
              </a:ext>
            </a:extLst>
          </p:cNvPr>
          <p:cNvSpPr txBox="1">
            <a:spLocks/>
          </p:cNvSpPr>
          <p:nvPr/>
        </p:nvSpPr>
        <p:spPr>
          <a:xfrm rot="17347672">
            <a:off x="-4409987" y="1904881"/>
            <a:ext cx="7464688" cy="1018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r>
              <a:rPr lang="en-IN" b="1"/>
              <a:t>Data Cleaning Process</a:t>
            </a:r>
            <a:br>
              <a:rPr lang="en-IN"/>
            </a:br>
            <a:endParaRPr lang="en-IN" dirty="0"/>
          </a:p>
        </p:txBody>
      </p:sp>
    </p:spTree>
    <p:extLst>
      <p:ext uri="{BB962C8B-B14F-4D97-AF65-F5344CB8AC3E}">
        <p14:creationId xmlns:p14="http://schemas.microsoft.com/office/powerpoint/2010/main" val="294769024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82E4C-0CF2-2C60-EAEE-D4211F6B5991}"/>
              </a:ext>
            </a:extLst>
          </p:cNvPr>
          <p:cNvSpPr>
            <a:spLocks noGrp="1"/>
          </p:cNvSpPr>
          <p:nvPr>
            <p:ph type="title"/>
          </p:nvPr>
        </p:nvSpPr>
        <p:spPr>
          <a:xfrm>
            <a:off x="1451579" y="804519"/>
            <a:ext cx="9603275" cy="1049235"/>
          </a:xfrm>
        </p:spPr>
        <p:txBody>
          <a:bodyPr>
            <a:normAutofit/>
          </a:bodyPr>
          <a:lstStyle/>
          <a:p>
            <a:r>
              <a:rPr lang="en-IN" b="1" dirty="0"/>
              <a:t>Data Cleaning Process</a:t>
            </a:r>
            <a:br>
              <a:rPr lang="en-IN" dirty="0"/>
            </a:br>
            <a:endParaRPr lang="en-IN" dirty="0"/>
          </a:p>
        </p:txBody>
      </p:sp>
      <p:sp>
        <p:nvSpPr>
          <p:cNvPr id="4" name="Content Placeholder 3">
            <a:extLst>
              <a:ext uri="{FF2B5EF4-FFF2-40B4-BE49-F238E27FC236}">
                <a16:creationId xmlns:a16="http://schemas.microsoft.com/office/drawing/2014/main" id="{037C568D-9C52-D6C5-572E-52086DD0BFDF}"/>
              </a:ext>
            </a:extLst>
          </p:cNvPr>
          <p:cNvSpPr>
            <a:spLocks noGrp="1"/>
          </p:cNvSpPr>
          <p:nvPr>
            <p:ph idx="1"/>
          </p:nvPr>
        </p:nvSpPr>
        <p:spPr>
          <a:xfrm>
            <a:off x="1451579" y="2015734"/>
            <a:ext cx="4162555" cy="3450613"/>
          </a:xfrm>
        </p:spPr>
        <p:txBody>
          <a:bodyPr>
            <a:normAutofit/>
          </a:bodyPr>
          <a:lstStyle/>
          <a:p>
            <a:pPr marL="0" marR="0">
              <a:spcAft>
                <a:spcPts val="800"/>
              </a:spcAft>
            </a:pPr>
            <a:r>
              <a:rPr lang="en-IN" kern="100" dirty="0">
                <a:effectLst/>
                <a:latin typeface="Aptos" panose="020B0004020202020204" pitchFamily="34" charset="0"/>
                <a:ea typeface="Aptos" panose="020B0004020202020204" pitchFamily="34" charset="0"/>
                <a:cs typeface="Cordia New" panose="020B0304020202020204" pitchFamily="34" charset="-34"/>
              </a:rPr>
              <a:t>To ensure accurate analysis, Sarah’s team performed the following steps:</a:t>
            </a:r>
            <a:endParaRPr lang="en-IN" kern="100">
              <a:effectLst/>
              <a:latin typeface="Aptos" panose="020B0004020202020204" pitchFamily="34" charset="0"/>
              <a:ea typeface="Aptos" panose="020B0004020202020204" pitchFamily="34" charset="0"/>
              <a:cs typeface="Cordia New" panose="020B0304020202020204" pitchFamily="34" charset="-34"/>
            </a:endParaRPr>
          </a:p>
          <a:p>
            <a:pPr marL="800100" lvl="1" indent="-342900">
              <a:spcAft>
                <a:spcPts val="800"/>
              </a:spcAft>
              <a:buFont typeface="+mj-lt"/>
              <a:buAutoNum type="arabicPeriod"/>
              <a:tabLst>
                <a:tab pos="457200" algn="l"/>
              </a:tabLst>
            </a:pPr>
            <a:r>
              <a:rPr lang="en-IN" kern="100" dirty="0">
                <a:effectLst/>
                <a:latin typeface="Aptos" panose="020B0004020202020204" pitchFamily="34" charset="0"/>
                <a:ea typeface="Aptos" panose="020B0004020202020204" pitchFamily="34" charset="0"/>
                <a:cs typeface="Cordia New" panose="020B0304020202020204" pitchFamily="34" charset="-34"/>
              </a:rPr>
              <a:t>Handling Missing Data</a:t>
            </a:r>
            <a:endParaRPr lang="en-IN" kern="100">
              <a:effectLst/>
              <a:latin typeface="Aptos" panose="020B0004020202020204" pitchFamily="34" charset="0"/>
              <a:ea typeface="Aptos" panose="020B0004020202020204" pitchFamily="34" charset="0"/>
              <a:cs typeface="Cordia New" panose="020B0304020202020204" pitchFamily="34" charset="-34"/>
            </a:endParaRPr>
          </a:p>
          <a:p>
            <a:pPr marL="800100" lvl="1" indent="-342900">
              <a:spcAft>
                <a:spcPts val="800"/>
              </a:spcAft>
              <a:buFont typeface="+mj-lt"/>
              <a:buAutoNum type="arabicPeriod"/>
              <a:tabLst>
                <a:tab pos="457200" algn="l"/>
              </a:tabLst>
            </a:pPr>
            <a:r>
              <a:rPr lang="en-IN" kern="100" dirty="0">
                <a:latin typeface="Aptos" panose="020B0004020202020204" pitchFamily="34" charset="0"/>
                <a:cs typeface="Cordia New" panose="020B0304020202020204" pitchFamily="34" charset="-34"/>
              </a:rPr>
              <a:t>Removing Duplicates</a:t>
            </a:r>
            <a:endParaRPr lang="en-IN" kern="100">
              <a:latin typeface="Aptos" panose="020B0004020202020204" pitchFamily="34" charset="0"/>
              <a:cs typeface="Cordia New" panose="020B0304020202020204" pitchFamily="34" charset="-34"/>
            </a:endParaRPr>
          </a:p>
          <a:p>
            <a:pPr marL="800100" lvl="1" indent="-342900">
              <a:spcAft>
                <a:spcPts val="800"/>
              </a:spcAft>
              <a:buFont typeface="+mj-lt"/>
              <a:buAutoNum type="arabicPeriod"/>
              <a:tabLst>
                <a:tab pos="457200" algn="l"/>
              </a:tabLst>
            </a:pPr>
            <a:r>
              <a:rPr lang="en-IN" kern="100" dirty="0">
                <a:latin typeface="Aptos" panose="020B0004020202020204" pitchFamily="34" charset="0"/>
                <a:cs typeface="Cordia New" panose="020B0304020202020204" pitchFamily="34" charset="-34"/>
              </a:rPr>
              <a:t>Standardizing Formats</a:t>
            </a:r>
            <a:endParaRPr lang="en-IN" kern="100">
              <a:latin typeface="Aptos" panose="020B0004020202020204" pitchFamily="34" charset="0"/>
              <a:cs typeface="Cordia New" panose="020B0304020202020204" pitchFamily="34" charset="-34"/>
            </a:endParaRPr>
          </a:p>
          <a:p>
            <a:pPr marL="800100" lvl="1" indent="-342900">
              <a:spcAft>
                <a:spcPts val="800"/>
              </a:spcAft>
              <a:buFont typeface="+mj-lt"/>
              <a:buAutoNum type="arabicPeriod"/>
              <a:tabLst>
                <a:tab pos="457200" algn="l"/>
              </a:tabLst>
            </a:pPr>
            <a:r>
              <a:rPr lang="en-IN" kern="100" dirty="0">
                <a:latin typeface="Aptos" panose="020B0004020202020204" pitchFamily="34" charset="0"/>
                <a:cs typeface="Cordia New" panose="020B0304020202020204" pitchFamily="34" charset="-34"/>
              </a:rPr>
              <a:t>Data Validation</a:t>
            </a:r>
            <a:endParaRPr lang="en-IN" kern="100">
              <a:latin typeface="Aptos" panose="020B0004020202020204" pitchFamily="34" charset="0"/>
              <a:cs typeface="Cordia New" panose="020B0304020202020204" pitchFamily="34" charset="-34"/>
            </a:endParaRPr>
          </a:p>
        </p:txBody>
      </p:sp>
      <p:pic>
        <p:nvPicPr>
          <p:cNvPr id="8" name="Graphic 7" descr="Checkmark">
            <a:extLst>
              <a:ext uri="{FF2B5EF4-FFF2-40B4-BE49-F238E27FC236}">
                <a16:creationId xmlns:a16="http://schemas.microsoft.com/office/drawing/2014/main" id="{F8E9A734-8A03-1458-9863-F10D2FFF55F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49326" y="2015734"/>
            <a:ext cx="3450613" cy="3450613"/>
          </a:xfrm>
          <a:prstGeom prst="rect">
            <a:avLst/>
          </a:prstGeom>
        </p:spPr>
      </p:pic>
      <p:sp>
        <p:nvSpPr>
          <p:cNvPr id="3" name="Title 1">
            <a:extLst>
              <a:ext uri="{FF2B5EF4-FFF2-40B4-BE49-F238E27FC236}">
                <a16:creationId xmlns:a16="http://schemas.microsoft.com/office/drawing/2014/main" id="{3AC83B3B-C912-4C7C-EA73-CEFA9B3BFE26}"/>
              </a:ext>
            </a:extLst>
          </p:cNvPr>
          <p:cNvSpPr txBox="1">
            <a:spLocks/>
          </p:cNvSpPr>
          <p:nvPr/>
        </p:nvSpPr>
        <p:spPr>
          <a:xfrm rot="16872369">
            <a:off x="-2498181" y="2813632"/>
            <a:ext cx="2585832" cy="765555"/>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r>
              <a:rPr lang="en-US" b="1" dirty="0"/>
              <a:t>Outcome</a:t>
            </a:r>
            <a:endParaRPr lang="en-IN" b="1" dirty="0"/>
          </a:p>
        </p:txBody>
      </p:sp>
    </p:spTree>
    <p:extLst>
      <p:ext uri="{BB962C8B-B14F-4D97-AF65-F5344CB8AC3E}">
        <p14:creationId xmlns:p14="http://schemas.microsoft.com/office/powerpoint/2010/main" val="226734064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82A34-3A6B-A8B8-D297-5F62588E674A}"/>
              </a:ext>
            </a:extLst>
          </p:cNvPr>
          <p:cNvSpPr>
            <a:spLocks noGrp="1"/>
          </p:cNvSpPr>
          <p:nvPr>
            <p:ph type="title"/>
          </p:nvPr>
        </p:nvSpPr>
        <p:spPr/>
        <p:txBody>
          <a:bodyPr/>
          <a:lstStyle/>
          <a:p>
            <a:r>
              <a:rPr lang="en-US" b="1" dirty="0"/>
              <a:t>Outcome</a:t>
            </a:r>
            <a:endParaRPr lang="en-IN" b="1" dirty="0"/>
          </a:p>
        </p:txBody>
      </p:sp>
      <p:graphicFrame>
        <p:nvGraphicFramePr>
          <p:cNvPr id="7" name="Content Placeholder 2">
            <a:extLst>
              <a:ext uri="{FF2B5EF4-FFF2-40B4-BE49-F238E27FC236}">
                <a16:creationId xmlns:a16="http://schemas.microsoft.com/office/drawing/2014/main" id="{C98C13C2-60FE-29FE-E8FD-50C883A04F75}"/>
              </a:ext>
            </a:extLst>
          </p:cNvPr>
          <p:cNvGraphicFramePr>
            <a:graphicFrameLocks noGrp="1"/>
          </p:cNvGraphicFramePr>
          <p:nvPr>
            <p:ph idx="1"/>
            <p:extLst>
              <p:ext uri="{D42A27DB-BD31-4B8C-83A1-F6EECF244321}">
                <p14:modId xmlns:p14="http://schemas.microsoft.com/office/powerpoint/2010/main" val="675849076"/>
              </p:ext>
            </p:extLst>
          </p:nvPr>
        </p:nvGraphicFramePr>
        <p:xfrm>
          <a:off x="1450975" y="2016125"/>
          <a:ext cx="9604375" cy="3449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1">
            <a:extLst>
              <a:ext uri="{FF2B5EF4-FFF2-40B4-BE49-F238E27FC236}">
                <a16:creationId xmlns:a16="http://schemas.microsoft.com/office/drawing/2014/main" id="{91CB9CC6-F44C-7CDA-C625-188CA2756890}"/>
              </a:ext>
            </a:extLst>
          </p:cNvPr>
          <p:cNvSpPr txBox="1">
            <a:spLocks/>
          </p:cNvSpPr>
          <p:nvPr/>
        </p:nvSpPr>
        <p:spPr>
          <a:xfrm rot="16607227">
            <a:off x="-2937157" y="1491507"/>
            <a:ext cx="4073807" cy="1049235"/>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r>
              <a:rPr lang="en-US" b="1"/>
              <a:t>Key takeaways</a:t>
            </a:r>
            <a:endParaRPr lang="en-IN" b="1" dirty="0"/>
          </a:p>
        </p:txBody>
      </p:sp>
    </p:spTree>
    <p:extLst>
      <p:ext uri="{BB962C8B-B14F-4D97-AF65-F5344CB8AC3E}">
        <p14:creationId xmlns:p14="http://schemas.microsoft.com/office/powerpoint/2010/main" val="46143946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D3175-D1D5-8376-ABF1-21BFD40DE69F}"/>
              </a:ext>
            </a:extLst>
          </p:cNvPr>
          <p:cNvSpPr>
            <a:spLocks noGrp="1"/>
          </p:cNvSpPr>
          <p:nvPr>
            <p:ph type="title"/>
          </p:nvPr>
        </p:nvSpPr>
        <p:spPr/>
        <p:txBody>
          <a:bodyPr>
            <a:normAutofit/>
          </a:bodyPr>
          <a:lstStyle/>
          <a:p>
            <a:r>
              <a:rPr lang="en-US" b="1" dirty="0"/>
              <a:t>Key takeaways</a:t>
            </a:r>
            <a:endParaRPr lang="en-IN" b="1" dirty="0"/>
          </a:p>
        </p:txBody>
      </p:sp>
      <p:sp>
        <p:nvSpPr>
          <p:cNvPr id="3" name="Content Placeholder 2">
            <a:extLst>
              <a:ext uri="{FF2B5EF4-FFF2-40B4-BE49-F238E27FC236}">
                <a16:creationId xmlns:a16="http://schemas.microsoft.com/office/drawing/2014/main" id="{23E6332B-9D4B-7734-2023-8379457D63F6}"/>
              </a:ext>
            </a:extLst>
          </p:cNvPr>
          <p:cNvSpPr>
            <a:spLocks noGrp="1"/>
          </p:cNvSpPr>
          <p:nvPr>
            <p:ph idx="1"/>
          </p:nvPr>
        </p:nvSpPr>
        <p:spPr>
          <a:xfrm>
            <a:off x="1451579" y="2015734"/>
            <a:ext cx="5622284" cy="3450613"/>
          </a:xfrm>
        </p:spPr>
        <p:txBody>
          <a:bodyPr>
            <a:normAutofit/>
          </a:bodyPr>
          <a:lstStyle/>
          <a:p>
            <a:pPr marL="800100" lvl="1" indent="-342900">
              <a:spcAft>
                <a:spcPts val="800"/>
              </a:spcAft>
              <a:buSzPts val="1000"/>
              <a:buFont typeface="Symbol" panose="05050102010706020507" pitchFamily="18" charset="2"/>
              <a:buChar char=""/>
              <a:tabLst>
                <a:tab pos="457200" algn="l"/>
              </a:tabLst>
            </a:pPr>
            <a:r>
              <a:rPr lang="en-IN" sz="1700" kern="100">
                <a:effectLst/>
                <a:latin typeface="Aptos" panose="020B0004020202020204" pitchFamily="34" charset="0"/>
                <a:ea typeface="Aptos" panose="020B0004020202020204" pitchFamily="34" charset="0"/>
                <a:cs typeface="Cordia New" panose="020B0304020202020204" pitchFamily="34" charset="-34"/>
              </a:rPr>
              <a:t>Data quality impacts business decisions.</a:t>
            </a:r>
          </a:p>
          <a:p>
            <a:pPr marL="800100" lvl="1" indent="-342900">
              <a:spcAft>
                <a:spcPts val="800"/>
              </a:spcAft>
              <a:buSzPts val="1000"/>
              <a:buFont typeface="Symbol" panose="05050102010706020507" pitchFamily="18" charset="2"/>
              <a:buChar char=""/>
              <a:tabLst>
                <a:tab pos="457200" algn="l"/>
              </a:tabLst>
            </a:pPr>
            <a:r>
              <a:rPr lang="en-IN" sz="1700" kern="100">
                <a:effectLst/>
                <a:latin typeface="Aptos" panose="020B0004020202020204" pitchFamily="34" charset="0"/>
                <a:ea typeface="Aptos" panose="020B0004020202020204" pitchFamily="34" charset="0"/>
                <a:cs typeface="Cordia New" panose="020B0304020202020204" pitchFamily="34" charset="-34"/>
              </a:rPr>
              <a:t>Cleaning data improves accuracy and efficiency.</a:t>
            </a:r>
          </a:p>
          <a:p>
            <a:pPr marL="800100" lvl="1" indent="-342900">
              <a:spcAft>
                <a:spcPts val="800"/>
              </a:spcAft>
              <a:buSzPts val="1000"/>
              <a:buFont typeface="Symbol" panose="05050102010706020507" pitchFamily="18" charset="2"/>
              <a:buChar char=""/>
              <a:tabLst>
                <a:tab pos="457200" algn="l"/>
              </a:tabLst>
            </a:pPr>
            <a:r>
              <a:rPr lang="en-IN" sz="1700" kern="100">
                <a:effectLst/>
                <a:latin typeface="Aptos" panose="020B0004020202020204" pitchFamily="34" charset="0"/>
                <a:ea typeface="Aptos" panose="020B0004020202020204" pitchFamily="34" charset="0"/>
                <a:cs typeface="Cordia New" panose="020B0304020202020204" pitchFamily="34" charset="-34"/>
              </a:rPr>
              <a:t>Standardization ensures consistency in reporting.</a:t>
            </a:r>
          </a:p>
          <a:p>
            <a:pPr marL="0" marR="0" indent="0">
              <a:spcAft>
                <a:spcPts val="800"/>
              </a:spcAft>
              <a:buNone/>
            </a:pPr>
            <a:r>
              <a:rPr lang="en-IN" sz="1700" kern="100">
                <a:effectLst/>
                <a:latin typeface="Aptos" panose="020B0004020202020204" pitchFamily="34" charset="0"/>
                <a:ea typeface="Aptos" panose="020B0004020202020204" pitchFamily="34" charset="0"/>
                <a:cs typeface="Cordia New" panose="020B0304020202020204" pitchFamily="34" charset="-34"/>
              </a:rPr>
              <a:t>By implementing proper data cleaning techniques, businesses like Pen &amp; Paper Supplies can make informed decisions and enhance their overall performance.</a:t>
            </a:r>
          </a:p>
          <a:p>
            <a:endParaRPr lang="en-IN" sz="1700"/>
          </a:p>
        </p:txBody>
      </p:sp>
      <p:pic>
        <p:nvPicPr>
          <p:cNvPr id="7" name="Graphic 6" descr="Mop and bucket">
            <a:extLst>
              <a:ext uri="{FF2B5EF4-FFF2-40B4-BE49-F238E27FC236}">
                <a16:creationId xmlns:a16="http://schemas.microsoft.com/office/drawing/2014/main" id="{7ED3DE17-C343-6EFD-A138-6AD6DCF6E7E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79190" y="2015734"/>
            <a:ext cx="3450613" cy="3450613"/>
          </a:xfrm>
          <a:prstGeom prst="rect">
            <a:avLst/>
          </a:prstGeom>
        </p:spPr>
      </p:pic>
      <p:sp>
        <p:nvSpPr>
          <p:cNvPr id="4" name="Title 3">
            <a:extLst>
              <a:ext uri="{FF2B5EF4-FFF2-40B4-BE49-F238E27FC236}">
                <a16:creationId xmlns:a16="http://schemas.microsoft.com/office/drawing/2014/main" id="{34B782BB-595B-34C9-2CCD-B0E40BC1682C}"/>
              </a:ext>
            </a:extLst>
          </p:cNvPr>
          <p:cNvSpPr txBox="1">
            <a:spLocks/>
          </p:cNvSpPr>
          <p:nvPr/>
        </p:nvSpPr>
        <p:spPr>
          <a:xfrm rot="16878483">
            <a:off x="-3417501" y="3695328"/>
            <a:ext cx="5279490" cy="960087"/>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r>
              <a:rPr lang="en-IN" b="1">
                <a:solidFill>
                  <a:srgbClr val="FFFFFE"/>
                </a:solidFill>
              </a:rPr>
              <a:t>Data Visualization</a:t>
            </a:r>
            <a:endParaRPr lang="en-IN" dirty="0">
              <a:solidFill>
                <a:srgbClr val="FFFFFE"/>
              </a:solidFill>
            </a:endParaRPr>
          </a:p>
        </p:txBody>
      </p:sp>
    </p:spTree>
    <p:extLst>
      <p:ext uri="{BB962C8B-B14F-4D97-AF65-F5344CB8AC3E}">
        <p14:creationId xmlns:p14="http://schemas.microsoft.com/office/powerpoint/2010/main" val="170271238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pic>
        <p:nvPicPr>
          <p:cNvPr id="6" name="Picture 5" descr="3D abstract blue and gold cube illustration">
            <a:extLst>
              <a:ext uri="{FF2B5EF4-FFF2-40B4-BE49-F238E27FC236}">
                <a16:creationId xmlns:a16="http://schemas.microsoft.com/office/drawing/2014/main" id="{C10B495B-101B-43FD-4333-43ED57F4CB97}"/>
              </a:ext>
            </a:extLst>
          </p:cNvPr>
          <p:cNvPicPr>
            <a:picLocks noChangeAspect="1"/>
          </p:cNvPicPr>
          <p:nvPr/>
        </p:nvPicPr>
        <p:blipFill>
          <a:blip r:embed="rId2"/>
          <a:srcRect r="-1" b="6247"/>
          <a:stretch/>
        </p:blipFill>
        <p:spPr>
          <a:xfrm>
            <a:off x="20" y="10"/>
            <a:ext cx="12191675" cy="6857990"/>
          </a:xfrm>
          <a:prstGeom prst="rect">
            <a:avLst/>
          </a:prstGeom>
        </p:spPr>
      </p:pic>
      <p:sp>
        <p:nvSpPr>
          <p:cNvPr id="4" name="Title 3">
            <a:extLst>
              <a:ext uri="{FF2B5EF4-FFF2-40B4-BE49-F238E27FC236}">
                <a16:creationId xmlns:a16="http://schemas.microsoft.com/office/drawing/2014/main" id="{1E620BB7-C63D-EB11-5567-FE686EC1F947}"/>
              </a:ext>
            </a:extLst>
          </p:cNvPr>
          <p:cNvSpPr>
            <a:spLocks noGrp="1"/>
          </p:cNvSpPr>
          <p:nvPr>
            <p:ph type="title"/>
          </p:nvPr>
        </p:nvSpPr>
        <p:spPr>
          <a:xfrm>
            <a:off x="6094412" y="5239131"/>
            <a:ext cx="5279490" cy="960087"/>
          </a:xfrm>
        </p:spPr>
        <p:txBody>
          <a:bodyPr anchor="t">
            <a:normAutofit/>
          </a:bodyPr>
          <a:lstStyle/>
          <a:p>
            <a:r>
              <a:rPr lang="en-IN" b="1" dirty="0">
                <a:solidFill>
                  <a:srgbClr val="FFFFFE"/>
                </a:solidFill>
              </a:rPr>
              <a:t>Data Visualization</a:t>
            </a:r>
            <a:endParaRPr lang="en-IN" dirty="0">
              <a:solidFill>
                <a:srgbClr val="FFFFFE"/>
              </a:solidFill>
            </a:endParaRPr>
          </a:p>
        </p:txBody>
      </p:sp>
    </p:spTree>
    <p:extLst>
      <p:ext uri="{BB962C8B-B14F-4D97-AF65-F5344CB8AC3E}">
        <p14:creationId xmlns:p14="http://schemas.microsoft.com/office/powerpoint/2010/main" val="187782290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6870151-9189-4C3A-8379-EF3D95827A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Illuminated server room panel">
            <a:extLst>
              <a:ext uri="{FF2B5EF4-FFF2-40B4-BE49-F238E27FC236}">
                <a16:creationId xmlns:a16="http://schemas.microsoft.com/office/drawing/2014/main" id="{1B5C1A95-B77F-663F-F86B-ED825E8DC3E7}"/>
              </a:ext>
            </a:extLst>
          </p:cNvPr>
          <p:cNvPicPr>
            <a:picLocks noChangeAspect="1"/>
          </p:cNvPicPr>
          <p:nvPr/>
        </p:nvPicPr>
        <p:blipFill>
          <a:blip r:embed="rId2">
            <a:alphaModFix amt="50000"/>
          </a:blip>
          <a:srcRect t="15728" r="-1" b="-1"/>
          <a:stretch/>
        </p:blipFill>
        <p:spPr>
          <a:xfrm>
            <a:off x="305" y="10"/>
            <a:ext cx="12191695" cy="6857990"/>
          </a:xfrm>
          <a:prstGeom prst="rect">
            <a:avLst/>
          </a:prstGeom>
        </p:spPr>
      </p:pic>
      <p:sp>
        <p:nvSpPr>
          <p:cNvPr id="13" name="Slide Number Placeholder 7">
            <a:extLst>
              <a:ext uri="{FF2B5EF4-FFF2-40B4-BE49-F238E27FC236}">
                <a16:creationId xmlns:a16="http://schemas.microsoft.com/office/drawing/2014/main" id="{123EA69C-102A-4DD0-9547-05DCD271D159}"/>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12301" y="443732"/>
            <a:ext cx="811019" cy="503578"/>
          </a:xfrm>
          <a:prstGeom prst="rect">
            <a:avLst/>
          </a:prstGeom>
        </p:spPr>
        <p:txBody>
          <a:bodyPr vert="horz" lIns="91440" tIns="45720" rIns="91440" bIns="45720" rtlCol="0" anchor="t"/>
          <a:lstStyle>
            <a:defPPr>
              <a:defRPr lang="en-US"/>
            </a:defPPr>
            <a:lvl1pPr marL="0" algn="r" defTabSz="457200" rtl="0" eaLnBrk="1" latinLnBrk="0" hangingPunct="1">
              <a:defRPr sz="28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15" name="Footer Placeholder 6">
            <a:extLst>
              <a:ext uri="{FF2B5EF4-FFF2-40B4-BE49-F238E27FC236}">
                <a16:creationId xmlns:a16="http://schemas.microsoft.com/office/drawing/2014/main" id="{6A862265-5CA3-4C40-8582-7534C3B03C2A}"/>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76636" y="540921"/>
            <a:ext cx="4973915" cy="309201"/>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17" name="Rectangle 16">
            <a:extLst>
              <a:ext uri="{FF2B5EF4-FFF2-40B4-BE49-F238E27FC236}">
                <a16:creationId xmlns:a16="http://schemas.microsoft.com/office/drawing/2014/main" id="{600EF80B-0391-4082-9AF5-F15B091B4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93800"/>
            <a:ext cx="12192000" cy="5664199"/>
          </a:xfrm>
          <a:prstGeom prst="rect">
            <a:avLst/>
          </a:prstGeom>
          <a:gradFill flip="none" rotWithShape="1">
            <a:gsLst>
              <a:gs pos="0">
                <a:schemeClr val="bg2">
                  <a:lumMod val="87000"/>
                  <a:alpha val="4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3" name="Title 2">
            <a:extLst>
              <a:ext uri="{FF2B5EF4-FFF2-40B4-BE49-F238E27FC236}">
                <a16:creationId xmlns:a16="http://schemas.microsoft.com/office/drawing/2014/main" id="{0D2E9D29-0933-82A3-7AD6-33E6D802FA5B}"/>
              </a:ext>
            </a:extLst>
          </p:cNvPr>
          <p:cNvSpPr>
            <a:spLocks noGrp="1"/>
          </p:cNvSpPr>
          <p:nvPr>
            <p:ph type="title"/>
          </p:nvPr>
        </p:nvSpPr>
        <p:spPr>
          <a:xfrm>
            <a:off x="1130271" y="1193800"/>
            <a:ext cx="3193050" cy="4699000"/>
          </a:xfrm>
        </p:spPr>
        <p:txBody>
          <a:bodyPr anchor="ctr">
            <a:normAutofit/>
          </a:bodyPr>
          <a:lstStyle/>
          <a:p>
            <a:r>
              <a:rPr lang="en-US" sz="2700" b="1"/>
              <a:t>Introduction to Data Visualization Tools</a:t>
            </a:r>
            <a:br>
              <a:rPr lang="en-US" sz="2700"/>
            </a:br>
            <a:endParaRPr lang="en-IN" sz="2700"/>
          </a:p>
        </p:txBody>
      </p:sp>
      <p:cxnSp>
        <p:nvCxnSpPr>
          <p:cNvPr id="19" name="Straight Connector 18">
            <a:extLst>
              <a:ext uri="{FF2B5EF4-FFF2-40B4-BE49-F238E27FC236}">
                <a16:creationId xmlns:a16="http://schemas.microsoft.com/office/drawing/2014/main" id="{D33AC32D-5F44-45F7-A0BD-7C11A86BED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600200"/>
            <a:ext cx="0" cy="3657600"/>
          </a:xfrm>
          <a:prstGeom prst="line">
            <a:avLst/>
          </a:prstGeom>
          <a:ln w="31750">
            <a:solidFill>
              <a:schemeClr val="tx1">
                <a:alpha val="80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DC2C2F6B-860A-97F8-BFC8-94242DC0F32C}"/>
              </a:ext>
            </a:extLst>
          </p:cNvPr>
          <p:cNvSpPr>
            <a:spLocks noGrp="1"/>
          </p:cNvSpPr>
          <p:nvPr>
            <p:ph idx="1"/>
          </p:nvPr>
        </p:nvSpPr>
        <p:spPr>
          <a:xfrm>
            <a:off x="4976636" y="1193800"/>
            <a:ext cx="6085091" cy="4699000"/>
          </a:xfrm>
        </p:spPr>
        <p:txBody>
          <a:bodyPr anchor="ctr">
            <a:normAutofit/>
          </a:bodyPr>
          <a:lstStyle/>
          <a:p>
            <a:pPr>
              <a:buFont typeface="Arial" panose="020B0604020202020204" pitchFamily="34" charset="0"/>
              <a:buChar char="•"/>
            </a:pPr>
            <a:r>
              <a:rPr lang="en-IN" dirty="0"/>
              <a:t>MS EXCEL</a:t>
            </a:r>
          </a:p>
          <a:p>
            <a:pPr>
              <a:buFont typeface="Arial" panose="020B0604020202020204" pitchFamily="34" charset="0"/>
              <a:buChar char="•"/>
            </a:pPr>
            <a:r>
              <a:rPr lang="en-IN" dirty="0"/>
              <a:t>TABLEAU PUBLIC</a:t>
            </a:r>
          </a:p>
          <a:p>
            <a:pPr>
              <a:buFont typeface="Arial" panose="020B0604020202020204" pitchFamily="34" charset="0"/>
              <a:buChar char="•"/>
            </a:pPr>
            <a:r>
              <a:rPr lang="en-IN" dirty="0"/>
              <a:t>LOOKER</a:t>
            </a:r>
          </a:p>
          <a:p>
            <a:pPr>
              <a:buFont typeface="Arial" panose="020B0604020202020204" pitchFamily="34" charset="0"/>
              <a:buChar char="•"/>
            </a:pPr>
            <a:r>
              <a:rPr lang="en-IN" dirty="0"/>
              <a:t>POWER BI</a:t>
            </a:r>
          </a:p>
          <a:p>
            <a:pPr>
              <a:buFont typeface="Arial" panose="020B0604020202020204" pitchFamily="34" charset="0"/>
              <a:buChar char="•"/>
            </a:pPr>
            <a:r>
              <a:rPr lang="en-IN" dirty="0"/>
              <a:t>PYTHON LIBRARIES (PLOTLY, MATPLOTLIB,SEABORN)</a:t>
            </a:r>
          </a:p>
        </p:txBody>
      </p:sp>
      <p:sp>
        <p:nvSpPr>
          <p:cNvPr id="21" name="Date Placeholder 1">
            <a:extLst>
              <a:ext uri="{FF2B5EF4-FFF2-40B4-BE49-F238E27FC236}">
                <a16:creationId xmlns:a16="http://schemas.microsoft.com/office/drawing/2014/main" id="{3FBF03E8-C602-4192-9C52-F84B29FDCC88}"/>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23229" y="6007878"/>
            <a:ext cx="3500715" cy="309201"/>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2" name="Content Placeholder 3">
            <a:extLst>
              <a:ext uri="{FF2B5EF4-FFF2-40B4-BE49-F238E27FC236}">
                <a16:creationId xmlns:a16="http://schemas.microsoft.com/office/drawing/2014/main" id="{36D164AA-F185-7233-A25B-FB3B9D96E618}"/>
              </a:ext>
            </a:extLst>
          </p:cNvPr>
          <p:cNvSpPr txBox="1">
            <a:spLocks/>
          </p:cNvSpPr>
          <p:nvPr/>
        </p:nvSpPr>
        <p:spPr>
          <a:xfrm rot="17073305">
            <a:off x="-3928342" y="1375214"/>
            <a:ext cx="3460228" cy="3369536"/>
          </a:xfrm>
          <a:prstGeom prst="rect">
            <a:avLst/>
          </a:prstGeom>
        </p:spPr>
        <p:txBody>
          <a:bodyPr vert="horz" lIns="91440" tIns="45720" rIns="91440" bIns="45720" rtlCol="0" anchor="ctr">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a:buFont typeface="Arial" panose="020B0604020202020204" pitchFamily="34" charset="0"/>
              <a:buChar char="•"/>
            </a:pPr>
            <a:r>
              <a:rPr lang="en-IN" dirty="0"/>
              <a:t>MS EXCEL</a:t>
            </a:r>
          </a:p>
          <a:p>
            <a:pPr>
              <a:buFont typeface="Arial" panose="020B0604020202020204" pitchFamily="34" charset="0"/>
              <a:buChar char="•"/>
            </a:pPr>
            <a:r>
              <a:rPr lang="en-IN" dirty="0"/>
              <a:t>TABLEAU PUBLIC</a:t>
            </a:r>
          </a:p>
          <a:p>
            <a:pPr>
              <a:buFont typeface="Arial" panose="020B0604020202020204" pitchFamily="34" charset="0"/>
              <a:buChar char="•"/>
            </a:pPr>
            <a:r>
              <a:rPr lang="en-IN" dirty="0"/>
              <a:t>LOOKER</a:t>
            </a:r>
          </a:p>
          <a:p>
            <a:pPr>
              <a:buFont typeface="Arial" panose="020B0604020202020204" pitchFamily="34" charset="0"/>
              <a:buChar char="•"/>
            </a:pPr>
            <a:r>
              <a:rPr lang="en-IN" dirty="0"/>
              <a:t>POWER BI</a:t>
            </a:r>
          </a:p>
          <a:p>
            <a:pPr>
              <a:buFont typeface="Arial" panose="020B0604020202020204" pitchFamily="34" charset="0"/>
              <a:buChar char="•"/>
            </a:pPr>
            <a:r>
              <a:rPr lang="en-IN" dirty="0"/>
              <a:t>PYTHON LIBRARIES (PLOTLY, MATPLOTLIB,SEABORN)</a:t>
            </a:r>
          </a:p>
        </p:txBody>
      </p:sp>
    </p:spTree>
    <p:extLst>
      <p:ext uri="{BB962C8B-B14F-4D97-AF65-F5344CB8AC3E}">
        <p14:creationId xmlns:p14="http://schemas.microsoft.com/office/powerpoint/2010/main" val="146430153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8000"/>
            <a:lum/>
          </a:blip>
          <a:srcRect/>
          <a:stretch>
            <a:fillRect l="-10000" r="-10000"/>
          </a:stretch>
        </a:blipFill>
        <a:effectLst/>
      </p:bgPr>
    </p:bg>
    <p:spTree>
      <p:nvGrpSpPr>
        <p:cNvPr id="1" name="">
          <a:extLst>
            <a:ext uri="{FF2B5EF4-FFF2-40B4-BE49-F238E27FC236}">
              <a16:creationId xmlns:a16="http://schemas.microsoft.com/office/drawing/2014/main" id="{C1F57448-0945-988E-1C54-4124015489A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36253A3-3CF8-00E8-1AC2-C2CBDDAF8D9A}"/>
              </a:ext>
            </a:extLst>
          </p:cNvPr>
          <p:cNvSpPr>
            <a:spLocks noGrp="1"/>
          </p:cNvSpPr>
          <p:nvPr>
            <p:ph type="title"/>
          </p:nvPr>
        </p:nvSpPr>
        <p:spPr>
          <a:xfrm>
            <a:off x="1426604" y="778933"/>
            <a:ext cx="8509840" cy="972766"/>
          </a:xfrm>
        </p:spPr>
        <p:txBody>
          <a:bodyPr anchor="ctr">
            <a:normAutofit/>
          </a:bodyPr>
          <a:lstStyle/>
          <a:p>
            <a:r>
              <a:rPr lang="en-IN" b="1" dirty="0"/>
              <a:t>MS EXCEL</a:t>
            </a:r>
            <a:br>
              <a:rPr lang="en-IN" sz="1800" dirty="0"/>
            </a:br>
            <a:endParaRPr lang="en-IN" sz="2700" dirty="0"/>
          </a:p>
        </p:txBody>
      </p:sp>
      <p:graphicFrame>
        <p:nvGraphicFramePr>
          <p:cNvPr id="6" name="Content Placeholder 3">
            <a:extLst>
              <a:ext uri="{FF2B5EF4-FFF2-40B4-BE49-F238E27FC236}">
                <a16:creationId xmlns:a16="http://schemas.microsoft.com/office/drawing/2014/main" id="{15232A1E-F765-18F6-C665-79EEEBA5F7D2}"/>
              </a:ext>
            </a:extLst>
          </p:cNvPr>
          <p:cNvGraphicFramePr>
            <a:graphicFrameLocks noGrp="1"/>
          </p:cNvGraphicFramePr>
          <p:nvPr>
            <p:ph idx="1"/>
            <p:extLst>
              <p:ext uri="{D42A27DB-BD31-4B8C-83A1-F6EECF244321}">
                <p14:modId xmlns:p14="http://schemas.microsoft.com/office/powerpoint/2010/main" val="1703571197"/>
              </p:ext>
            </p:extLst>
          </p:nvPr>
        </p:nvGraphicFramePr>
        <p:xfrm>
          <a:off x="1130272" y="1964267"/>
          <a:ext cx="9931456" cy="4114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Content Placeholder 3">
            <a:extLst>
              <a:ext uri="{FF2B5EF4-FFF2-40B4-BE49-F238E27FC236}">
                <a16:creationId xmlns:a16="http://schemas.microsoft.com/office/drawing/2014/main" id="{456710D1-916F-0B96-D4B9-066F24ACFB7E}"/>
              </a:ext>
            </a:extLst>
          </p:cNvPr>
          <p:cNvSpPr txBox="1">
            <a:spLocks/>
          </p:cNvSpPr>
          <p:nvPr/>
        </p:nvSpPr>
        <p:spPr>
          <a:xfrm rot="17073305">
            <a:off x="-3928342" y="1375214"/>
            <a:ext cx="3460228" cy="3369536"/>
          </a:xfrm>
          <a:prstGeom prst="rect">
            <a:avLst/>
          </a:prstGeom>
        </p:spPr>
        <p:txBody>
          <a:bodyPr vert="horz" lIns="91440" tIns="45720" rIns="91440" bIns="45720" rtlCol="0" anchor="ctr">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a:buFont typeface="Arial" panose="020B0604020202020204" pitchFamily="34" charset="0"/>
              <a:buChar char="•"/>
            </a:pPr>
            <a:r>
              <a:rPr lang="en-IN" dirty="0"/>
              <a:t>MS EXCEL</a:t>
            </a:r>
          </a:p>
          <a:p>
            <a:pPr>
              <a:buFont typeface="Arial" panose="020B0604020202020204" pitchFamily="34" charset="0"/>
              <a:buChar char="•"/>
            </a:pPr>
            <a:r>
              <a:rPr lang="en-IN" dirty="0"/>
              <a:t>TABLEAU PUBLIC</a:t>
            </a:r>
          </a:p>
          <a:p>
            <a:pPr>
              <a:buFont typeface="Arial" panose="020B0604020202020204" pitchFamily="34" charset="0"/>
              <a:buChar char="•"/>
            </a:pPr>
            <a:r>
              <a:rPr lang="en-IN" dirty="0"/>
              <a:t>LOOKER</a:t>
            </a:r>
          </a:p>
          <a:p>
            <a:pPr>
              <a:buFont typeface="Arial" panose="020B0604020202020204" pitchFamily="34" charset="0"/>
              <a:buChar char="•"/>
            </a:pPr>
            <a:r>
              <a:rPr lang="en-IN" dirty="0"/>
              <a:t>POWER BI</a:t>
            </a:r>
          </a:p>
          <a:p>
            <a:pPr>
              <a:buFont typeface="Arial" panose="020B0604020202020204" pitchFamily="34" charset="0"/>
              <a:buChar char="•"/>
            </a:pPr>
            <a:r>
              <a:rPr lang="en-IN" dirty="0"/>
              <a:t>PYTHON LIBRARIES (PLOTLY, MATPLOTLIB,SEABORN)</a:t>
            </a:r>
          </a:p>
        </p:txBody>
      </p:sp>
    </p:spTree>
    <p:extLst>
      <p:ext uri="{BB962C8B-B14F-4D97-AF65-F5344CB8AC3E}">
        <p14:creationId xmlns:p14="http://schemas.microsoft.com/office/powerpoint/2010/main" val="126880262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8000"/>
            <a:lum/>
          </a:blip>
          <a:srcRect/>
          <a:stretch>
            <a:fillRect l="-8000" r="-8000"/>
          </a:stretch>
        </a:blipFill>
        <a:effectLst/>
      </p:bgPr>
    </p:bg>
    <p:spTree>
      <p:nvGrpSpPr>
        <p:cNvPr id="1" name="">
          <a:extLst>
            <a:ext uri="{FF2B5EF4-FFF2-40B4-BE49-F238E27FC236}">
              <a16:creationId xmlns:a16="http://schemas.microsoft.com/office/drawing/2014/main" id="{853F0F63-49E0-F4FA-5845-75091CD437D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B104918-C5FC-73D3-6549-876C46493DF0}"/>
              </a:ext>
            </a:extLst>
          </p:cNvPr>
          <p:cNvSpPr>
            <a:spLocks noGrp="1"/>
          </p:cNvSpPr>
          <p:nvPr>
            <p:ph type="title"/>
          </p:nvPr>
        </p:nvSpPr>
        <p:spPr>
          <a:xfrm>
            <a:off x="1426464" y="584200"/>
            <a:ext cx="9912095" cy="1219200"/>
          </a:xfrm>
        </p:spPr>
        <p:txBody>
          <a:bodyPr anchor="ctr">
            <a:normAutofit/>
          </a:bodyPr>
          <a:lstStyle/>
          <a:p>
            <a:br>
              <a:rPr lang="en-US" sz="2700" dirty="0"/>
            </a:br>
            <a:r>
              <a:rPr lang="en-IN" b="1" dirty="0"/>
              <a:t>POWER BI</a:t>
            </a:r>
            <a:endParaRPr lang="en-IN" sz="2700" b="1" dirty="0"/>
          </a:p>
        </p:txBody>
      </p:sp>
      <p:graphicFrame>
        <p:nvGraphicFramePr>
          <p:cNvPr id="8" name="Content Placeholder 3">
            <a:extLst>
              <a:ext uri="{FF2B5EF4-FFF2-40B4-BE49-F238E27FC236}">
                <a16:creationId xmlns:a16="http://schemas.microsoft.com/office/drawing/2014/main" id="{FBB870A4-193B-5B71-2E17-541F1B7DFA2C}"/>
              </a:ext>
            </a:extLst>
          </p:cNvPr>
          <p:cNvGraphicFramePr>
            <a:graphicFrameLocks noGrp="1"/>
          </p:cNvGraphicFramePr>
          <p:nvPr>
            <p:ph idx="1"/>
            <p:extLst>
              <p:ext uri="{D42A27DB-BD31-4B8C-83A1-F6EECF244321}">
                <p14:modId xmlns:p14="http://schemas.microsoft.com/office/powerpoint/2010/main" val="2610691726"/>
              </p:ext>
            </p:extLst>
          </p:nvPr>
        </p:nvGraphicFramePr>
        <p:xfrm>
          <a:off x="1426464" y="1999488"/>
          <a:ext cx="10692384" cy="41330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2127847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8000"/>
            <a:lum/>
          </a:blip>
          <a:srcRect/>
          <a:stretch>
            <a:fillRect t="-3000" b="-3000"/>
          </a:stretch>
        </a:blipFill>
        <a:effectLst/>
      </p:bgPr>
    </p:bg>
    <p:spTree>
      <p:nvGrpSpPr>
        <p:cNvPr id="1" name="">
          <a:extLst>
            <a:ext uri="{FF2B5EF4-FFF2-40B4-BE49-F238E27FC236}">
              <a16:creationId xmlns:a16="http://schemas.microsoft.com/office/drawing/2014/main" id="{9313953D-9C5E-35B5-83FE-467C9E20C7F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866D137-70A4-369B-C934-0A083A4BF790}"/>
              </a:ext>
            </a:extLst>
          </p:cNvPr>
          <p:cNvSpPr>
            <a:spLocks noGrp="1"/>
          </p:cNvSpPr>
          <p:nvPr>
            <p:ph type="title"/>
          </p:nvPr>
        </p:nvSpPr>
        <p:spPr>
          <a:xfrm>
            <a:off x="1426464" y="584200"/>
            <a:ext cx="9912095" cy="1219200"/>
          </a:xfrm>
        </p:spPr>
        <p:txBody>
          <a:bodyPr anchor="ctr">
            <a:normAutofit/>
          </a:bodyPr>
          <a:lstStyle/>
          <a:p>
            <a:br>
              <a:rPr lang="en-US" sz="2700" dirty="0"/>
            </a:br>
            <a:r>
              <a:rPr lang="en-IN" b="1" dirty="0"/>
              <a:t>Looker</a:t>
            </a:r>
            <a:endParaRPr lang="en-IN" sz="2700" b="1" dirty="0"/>
          </a:p>
        </p:txBody>
      </p:sp>
      <p:graphicFrame>
        <p:nvGraphicFramePr>
          <p:cNvPr id="8" name="Content Placeholder 3">
            <a:extLst>
              <a:ext uri="{FF2B5EF4-FFF2-40B4-BE49-F238E27FC236}">
                <a16:creationId xmlns:a16="http://schemas.microsoft.com/office/drawing/2014/main" id="{462BB2ED-A2EF-B60A-2D34-BD0346F132C2}"/>
              </a:ext>
            </a:extLst>
          </p:cNvPr>
          <p:cNvGraphicFramePr>
            <a:graphicFrameLocks noGrp="1"/>
          </p:cNvGraphicFramePr>
          <p:nvPr>
            <p:ph idx="1"/>
            <p:extLst>
              <p:ext uri="{D42A27DB-BD31-4B8C-83A1-F6EECF244321}">
                <p14:modId xmlns:p14="http://schemas.microsoft.com/office/powerpoint/2010/main" val="4144252355"/>
              </p:ext>
            </p:extLst>
          </p:nvPr>
        </p:nvGraphicFramePr>
        <p:xfrm>
          <a:off x="1426464" y="1999488"/>
          <a:ext cx="10692384" cy="41330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Content Placeholder 3">
            <a:extLst>
              <a:ext uri="{FF2B5EF4-FFF2-40B4-BE49-F238E27FC236}">
                <a16:creationId xmlns:a16="http://schemas.microsoft.com/office/drawing/2014/main" id="{99BDFF88-3994-4639-2024-F5D7A8531788}"/>
              </a:ext>
            </a:extLst>
          </p:cNvPr>
          <p:cNvSpPr txBox="1">
            <a:spLocks/>
          </p:cNvSpPr>
          <p:nvPr/>
        </p:nvSpPr>
        <p:spPr>
          <a:xfrm rot="17073305">
            <a:off x="-3928342" y="1375214"/>
            <a:ext cx="3460228" cy="3369536"/>
          </a:xfrm>
          <a:prstGeom prst="rect">
            <a:avLst/>
          </a:prstGeom>
        </p:spPr>
        <p:txBody>
          <a:bodyPr vert="horz" lIns="91440" tIns="45720" rIns="91440" bIns="45720" rtlCol="0" anchor="ctr">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a:buFont typeface="Arial" panose="020B0604020202020204" pitchFamily="34" charset="0"/>
              <a:buChar char="•"/>
            </a:pPr>
            <a:r>
              <a:rPr lang="en-IN" dirty="0"/>
              <a:t>MS EXCEL</a:t>
            </a:r>
          </a:p>
          <a:p>
            <a:pPr>
              <a:buFont typeface="Arial" panose="020B0604020202020204" pitchFamily="34" charset="0"/>
              <a:buChar char="•"/>
            </a:pPr>
            <a:r>
              <a:rPr lang="en-IN" dirty="0"/>
              <a:t>TABLEAU PUBLIC</a:t>
            </a:r>
          </a:p>
          <a:p>
            <a:pPr>
              <a:buFont typeface="Arial" panose="020B0604020202020204" pitchFamily="34" charset="0"/>
              <a:buChar char="•"/>
            </a:pPr>
            <a:r>
              <a:rPr lang="en-IN" dirty="0"/>
              <a:t>LOOKER</a:t>
            </a:r>
          </a:p>
          <a:p>
            <a:pPr>
              <a:buFont typeface="Arial" panose="020B0604020202020204" pitchFamily="34" charset="0"/>
              <a:buChar char="•"/>
            </a:pPr>
            <a:r>
              <a:rPr lang="en-IN" dirty="0"/>
              <a:t>POWER BI</a:t>
            </a:r>
          </a:p>
          <a:p>
            <a:pPr>
              <a:buFont typeface="Arial" panose="020B0604020202020204" pitchFamily="34" charset="0"/>
              <a:buChar char="•"/>
            </a:pPr>
            <a:r>
              <a:rPr lang="en-IN" dirty="0"/>
              <a:t>PYTHON LIBRARIES (PLOTLY, MATPLOTLIB,SEABORN)</a:t>
            </a:r>
          </a:p>
        </p:txBody>
      </p:sp>
    </p:spTree>
    <p:extLst>
      <p:ext uri="{BB962C8B-B14F-4D97-AF65-F5344CB8AC3E}">
        <p14:creationId xmlns:p14="http://schemas.microsoft.com/office/powerpoint/2010/main" val="330630566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8000"/>
            <a:lum/>
          </a:blip>
          <a:srcRect/>
          <a:stretch>
            <a:fillRect t="-4000" b="-4000"/>
          </a:stretch>
        </a:blipFill>
        <a:effectLst/>
      </p:bgPr>
    </p:bg>
    <p:spTree>
      <p:nvGrpSpPr>
        <p:cNvPr id="1" name="">
          <a:extLst>
            <a:ext uri="{FF2B5EF4-FFF2-40B4-BE49-F238E27FC236}">
              <a16:creationId xmlns:a16="http://schemas.microsoft.com/office/drawing/2014/main" id="{BEB55127-3C0A-DE59-A47C-5DFBE826AA4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33C8CCC-B1F4-596B-C3EE-5EFB0FB023A0}"/>
              </a:ext>
            </a:extLst>
          </p:cNvPr>
          <p:cNvSpPr>
            <a:spLocks noGrp="1"/>
          </p:cNvSpPr>
          <p:nvPr>
            <p:ph type="title"/>
          </p:nvPr>
        </p:nvSpPr>
        <p:spPr>
          <a:xfrm>
            <a:off x="1426464" y="584200"/>
            <a:ext cx="9912095" cy="1219200"/>
          </a:xfrm>
        </p:spPr>
        <p:txBody>
          <a:bodyPr anchor="ctr">
            <a:normAutofit/>
          </a:bodyPr>
          <a:lstStyle/>
          <a:p>
            <a:br>
              <a:rPr lang="en-US" sz="2700" dirty="0"/>
            </a:br>
            <a:r>
              <a:rPr lang="en-IN" b="1" dirty="0"/>
              <a:t>TABLEAU</a:t>
            </a:r>
            <a:endParaRPr lang="en-IN" sz="2700" b="1" dirty="0"/>
          </a:p>
        </p:txBody>
      </p:sp>
      <p:graphicFrame>
        <p:nvGraphicFramePr>
          <p:cNvPr id="8" name="Content Placeholder 3">
            <a:extLst>
              <a:ext uri="{FF2B5EF4-FFF2-40B4-BE49-F238E27FC236}">
                <a16:creationId xmlns:a16="http://schemas.microsoft.com/office/drawing/2014/main" id="{26EC58E7-C3EA-A382-A412-0F0473977517}"/>
              </a:ext>
            </a:extLst>
          </p:cNvPr>
          <p:cNvGraphicFramePr>
            <a:graphicFrameLocks noGrp="1"/>
          </p:cNvGraphicFramePr>
          <p:nvPr>
            <p:ph idx="1"/>
            <p:extLst>
              <p:ext uri="{D42A27DB-BD31-4B8C-83A1-F6EECF244321}">
                <p14:modId xmlns:p14="http://schemas.microsoft.com/office/powerpoint/2010/main" val="921001498"/>
              </p:ext>
            </p:extLst>
          </p:nvPr>
        </p:nvGraphicFramePr>
        <p:xfrm>
          <a:off x="1426464" y="1999488"/>
          <a:ext cx="10692384" cy="41330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3253698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8000"/>
            <a:lum/>
          </a:blip>
          <a:srcRect/>
          <a:stretch>
            <a:fillRect l="-4000" r="-4000"/>
          </a:stretch>
        </a:blipFill>
        <a:effectLst/>
      </p:bgPr>
    </p:bg>
    <p:spTree>
      <p:nvGrpSpPr>
        <p:cNvPr id="1" name="">
          <a:extLst>
            <a:ext uri="{FF2B5EF4-FFF2-40B4-BE49-F238E27FC236}">
              <a16:creationId xmlns:a16="http://schemas.microsoft.com/office/drawing/2014/main" id="{784BAC8A-7549-D88E-0FF9-F34988AFEF4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BA41E4F-F1FE-DB03-89E1-51D743B154FC}"/>
              </a:ext>
            </a:extLst>
          </p:cNvPr>
          <p:cNvSpPr>
            <a:spLocks noGrp="1"/>
          </p:cNvSpPr>
          <p:nvPr>
            <p:ph type="title"/>
          </p:nvPr>
        </p:nvSpPr>
        <p:spPr>
          <a:xfrm>
            <a:off x="1426463" y="584200"/>
            <a:ext cx="10692385" cy="1219200"/>
          </a:xfrm>
        </p:spPr>
        <p:txBody>
          <a:bodyPr anchor="ctr">
            <a:normAutofit fontScale="90000"/>
          </a:bodyPr>
          <a:lstStyle/>
          <a:p>
            <a:br>
              <a:rPr lang="en-US" sz="2700" dirty="0"/>
            </a:br>
            <a:r>
              <a:rPr lang="en-IN" sz="3600" b="1" dirty="0"/>
              <a:t>PYTHON LIBRARIES</a:t>
            </a:r>
            <a:br>
              <a:rPr lang="en-IN" sz="3600" b="1" dirty="0"/>
            </a:br>
            <a:r>
              <a:rPr lang="en-IN" sz="3600" b="1" dirty="0"/>
              <a:t>(PLOTLY, MATPLOTLIB,SEABORN)</a:t>
            </a:r>
            <a:br>
              <a:rPr lang="en-IN" sz="3600" b="1" dirty="0"/>
            </a:br>
            <a:endParaRPr lang="en-IN" sz="3600" b="1" dirty="0"/>
          </a:p>
        </p:txBody>
      </p:sp>
      <p:graphicFrame>
        <p:nvGraphicFramePr>
          <p:cNvPr id="8" name="Content Placeholder 3">
            <a:extLst>
              <a:ext uri="{FF2B5EF4-FFF2-40B4-BE49-F238E27FC236}">
                <a16:creationId xmlns:a16="http://schemas.microsoft.com/office/drawing/2014/main" id="{34F2EDBE-EAB9-C098-0B2F-9E9BA2DC0893}"/>
              </a:ext>
            </a:extLst>
          </p:cNvPr>
          <p:cNvGraphicFramePr>
            <a:graphicFrameLocks noGrp="1"/>
          </p:cNvGraphicFramePr>
          <p:nvPr>
            <p:ph idx="1"/>
            <p:extLst>
              <p:ext uri="{D42A27DB-BD31-4B8C-83A1-F6EECF244321}">
                <p14:modId xmlns:p14="http://schemas.microsoft.com/office/powerpoint/2010/main" val="2989817535"/>
              </p:ext>
            </p:extLst>
          </p:nvPr>
        </p:nvGraphicFramePr>
        <p:xfrm>
          <a:off x="1426464" y="1999488"/>
          <a:ext cx="10692384" cy="41330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Content Placeholder 3">
            <a:extLst>
              <a:ext uri="{FF2B5EF4-FFF2-40B4-BE49-F238E27FC236}">
                <a16:creationId xmlns:a16="http://schemas.microsoft.com/office/drawing/2014/main" id="{15D5F9CA-52DB-03F5-76F5-544E4CAF0F20}"/>
              </a:ext>
            </a:extLst>
          </p:cNvPr>
          <p:cNvSpPr txBox="1">
            <a:spLocks/>
          </p:cNvSpPr>
          <p:nvPr/>
        </p:nvSpPr>
        <p:spPr>
          <a:xfrm rot="17073305">
            <a:off x="-3928342" y="1375214"/>
            <a:ext cx="3460228" cy="3369536"/>
          </a:xfrm>
          <a:prstGeom prst="rect">
            <a:avLst/>
          </a:prstGeom>
        </p:spPr>
        <p:txBody>
          <a:bodyPr vert="horz" lIns="91440" tIns="45720" rIns="91440" bIns="45720" rtlCol="0" anchor="ctr">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a:buFont typeface="Arial" panose="020B0604020202020204" pitchFamily="34" charset="0"/>
              <a:buChar char="•"/>
            </a:pPr>
            <a:r>
              <a:rPr lang="en-IN" dirty="0"/>
              <a:t>MS EXCEL</a:t>
            </a:r>
          </a:p>
          <a:p>
            <a:pPr>
              <a:buFont typeface="Arial" panose="020B0604020202020204" pitchFamily="34" charset="0"/>
              <a:buChar char="•"/>
            </a:pPr>
            <a:r>
              <a:rPr lang="en-IN" dirty="0"/>
              <a:t>TABLEAU PUBLIC</a:t>
            </a:r>
          </a:p>
          <a:p>
            <a:pPr>
              <a:buFont typeface="Arial" panose="020B0604020202020204" pitchFamily="34" charset="0"/>
              <a:buChar char="•"/>
            </a:pPr>
            <a:r>
              <a:rPr lang="en-IN" dirty="0"/>
              <a:t>LOOKER</a:t>
            </a:r>
          </a:p>
          <a:p>
            <a:pPr>
              <a:buFont typeface="Arial" panose="020B0604020202020204" pitchFamily="34" charset="0"/>
              <a:buChar char="•"/>
            </a:pPr>
            <a:r>
              <a:rPr lang="en-IN" dirty="0"/>
              <a:t>POWER BI</a:t>
            </a:r>
          </a:p>
          <a:p>
            <a:pPr>
              <a:buFont typeface="Arial" panose="020B0604020202020204" pitchFamily="34" charset="0"/>
              <a:buChar char="•"/>
            </a:pPr>
            <a:r>
              <a:rPr lang="en-IN" dirty="0"/>
              <a:t>PYTHON LIBRARIES (PLOTLY, MATPLOTLIB,SEABORN)</a:t>
            </a:r>
          </a:p>
        </p:txBody>
      </p:sp>
      <p:pic>
        <p:nvPicPr>
          <p:cNvPr id="4" name="Picture 3" descr="A group of graphs and charts&#10;&#10;AI-generated content may be incorrect.">
            <a:extLst>
              <a:ext uri="{FF2B5EF4-FFF2-40B4-BE49-F238E27FC236}">
                <a16:creationId xmlns:a16="http://schemas.microsoft.com/office/drawing/2014/main" id="{B70706F4-716E-7E34-501E-6B90D3F47E7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476264" y="6132575"/>
            <a:ext cx="2981043" cy="298104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30866318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E0D1A-48B6-8634-96D8-7CBE2BC9CA9C}"/>
              </a:ext>
            </a:extLst>
          </p:cNvPr>
          <p:cNvSpPr>
            <a:spLocks noGrp="1"/>
          </p:cNvSpPr>
          <p:nvPr>
            <p:ph type="title"/>
          </p:nvPr>
        </p:nvSpPr>
        <p:spPr>
          <a:xfrm>
            <a:off x="860612" y="1138228"/>
            <a:ext cx="3793685" cy="3858767"/>
          </a:xfrm>
        </p:spPr>
        <p:txBody>
          <a:bodyPr anchor="ctr">
            <a:normAutofit/>
          </a:bodyPr>
          <a:lstStyle/>
          <a:p>
            <a:r>
              <a:rPr lang="en-IN" sz="3100" b="1"/>
              <a:t>Types of Data Visualizations</a:t>
            </a:r>
            <a:br>
              <a:rPr lang="en-IN" sz="3100"/>
            </a:br>
            <a:endParaRPr lang="en-IN" sz="3100"/>
          </a:p>
        </p:txBody>
      </p:sp>
      <p:sp>
        <p:nvSpPr>
          <p:cNvPr id="3" name="Content Placeholder 2">
            <a:extLst>
              <a:ext uri="{FF2B5EF4-FFF2-40B4-BE49-F238E27FC236}">
                <a16:creationId xmlns:a16="http://schemas.microsoft.com/office/drawing/2014/main" id="{0E440A81-2B51-694F-87D1-CF8E1D4303B9}"/>
              </a:ext>
            </a:extLst>
          </p:cNvPr>
          <p:cNvSpPr>
            <a:spLocks noGrp="1"/>
          </p:cNvSpPr>
          <p:nvPr>
            <p:ph idx="1"/>
          </p:nvPr>
        </p:nvSpPr>
        <p:spPr>
          <a:xfrm>
            <a:off x="5584483" y="1138228"/>
            <a:ext cx="5440680" cy="3858768"/>
          </a:xfrm>
        </p:spPr>
        <p:txBody>
          <a:bodyPr anchor="ctr">
            <a:normAutofit/>
          </a:bodyPr>
          <a:lstStyle/>
          <a:p>
            <a:pPr>
              <a:buFont typeface="+mj-lt"/>
              <a:buAutoNum type="arabicPeriod"/>
            </a:pPr>
            <a:r>
              <a:rPr lang="en-US" dirty="0">
                <a:solidFill>
                  <a:srgbClr val="000000"/>
                </a:solidFill>
              </a:rPr>
              <a:t>BAR CHARTS</a:t>
            </a:r>
          </a:p>
          <a:p>
            <a:pPr>
              <a:buFont typeface="+mj-lt"/>
              <a:buAutoNum type="arabicPeriod"/>
            </a:pPr>
            <a:r>
              <a:rPr lang="en-US" dirty="0">
                <a:solidFill>
                  <a:srgbClr val="000000"/>
                </a:solidFill>
              </a:rPr>
              <a:t>LINE CHARTS</a:t>
            </a:r>
          </a:p>
          <a:p>
            <a:pPr>
              <a:buFont typeface="+mj-lt"/>
              <a:buAutoNum type="arabicPeriod"/>
            </a:pPr>
            <a:r>
              <a:rPr lang="en-US" dirty="0">
                <a:solidFill>
                  <a:srgbClr val="000000"/>
                </a:solidFill>
              </a:rPr>
              <a:t>PIE CHARTS</a:t>
            </a:r>
          </a:p>
          <a:p>
            <a:pPr>
              <a:buFont typeface="+mj-lt"/>
              <a:buAutoNum type="arabicPeriod"/>
            </a:pPr>
            <a:r>
              <a:rPr lang="en-US" dirty="0">
                <a:solidFill>
                  <a:srgbClr val="000000"/>
                </a:solidFill>
              </a:rPr>
              <a:t>SCATTER PLOTS</a:t>
            </a:r>
          </a:p>
          <a:p>
            <a:pPr>
              <a:buFont typeface="+mj-lt"/>
              <a:buAutoNum type="arabicPeriod"/>
            </a:pPr>
            <a:r>
              <a:rPr lang="en-US" dirty="0">
                <a:solidFill>
                  <a:srgbClr val="000000"/>
                </a:solidFill>
              </a:rPr>
              <a:t>HEATMAPS</a:t>
            </a:r>
          </a:p>
        </p:txBody>
      </p:sp>
      <p:pic>
        <p:nvPicPr>
          <p:cNvPr id="5" name="Picture 4" descr="A group of graphs and charts&#10;&#10;AI-generated content may be incorrect.">
            <a:extLst>
              <a:ext uri="{FF2B5EF4-FFF2-40B4-BE49-F238E27FC236}">
                <a16:creationId xmlns:a16="http://schemas.microsoft.com/office/drawing/2014/main" id="{0D776C0E-98CB-CB95-7290-EA436B6DAA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09995" y="1959015"/>
            <a:ext cx="3955648" cy="395564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02618578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t="-6000" b="-6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024EF-9510-FA0F-22F6-AD038C5FD494}"/>
              </a:ext>
            </a:extLst>
          </p:cNvPr>
          <p:cNvSpPr>
            <a:spLocks noGrp="1"/>
          </p:cNvSpPr>
          <p:nvPr>
            <p:ph type="title"/>
          </p:nvPr>
        </p:nvSpPr>
        <p:spPr/>
        <p:txBody>
          <a:bodyPr/>
          <a:lstStyle/>
          <a:p>
            <a:r>
              <a:rPr lang="en-US" b="1" dirty="0"/>
              <a:t>Bar charts</a:t>
            </a:r>
            <a:endParaRPr lang="en-IN" b="1" dirty="0"/>
          </a:p>
        </p:txBody>
      </p:sp>
      <p:sp>
        <p:nvSpPr>
          <p:cNvPr id="3" name="Content Placeholder 2">
            <a:extLst>
              <a:ext uri="{FF2B5EF4-FFF2-40B4-BE49-F238E27FC236}">
                <a16:creationId xmlns:a16="http://schemas.microsoft.com/office/drawing/2014/main" id="{B4D651EA-F4E8-5A2E-A465-16774070E99C}"/>
              </a:ext>
            </a:extLst>
          </p:cNvPr>
          <p:cNvSpPr>
            <a:spLocks noGrp="1"/>
          </p:cNvSpPr>
          <p:nvPr>
            <p:ph idx="1"/>
          </p:nvPr>
        </p:nvSpPr>
        <p:spPr/>
        <p:txBody>
          <a:bodyPr/>
          <a:lstStyle/>
          <a:p>
            <a:pPr>
              <a:buFont typeface="Arial" panose="020B0604020202020204" pitchFamily="34" charset="0"/>
              <a:buChar char="•"/>
            </a:pPr>
            <a:r>
              <a:rPr lang="en-US" b="1" dirty="0"/>
              <a:t>Sales Performance Analysis:</a:t>
            </a:r>
            <a:r>
              <a:rPr lang="en-US" dirty="0"/>
              <a:t> Compare monthly or yearly sales across different products or regions.</a:t>
            </a:r>
          </a:p>
          <a:p>
            <a:pPr>
              <a:buFont typeface="Arial" panose="020B0604020202020204" pitchFamily="34" charset="0"/>
              <a:buChar char="•"/>
            </a:pPr>
            <a:r>
              <a:rPr lang="en-US" b="1" dirty="0"/>
              <a:t>Market Share Comparison:</a:t>
            </a:r>
            <a:r>
              <a:rPr lang="en-US" dirty="0"/>
              <a:t> Visualize the share of different companies in an industry.</a:t>
            </a:r>
          </a:p>
          <a:p>
            <a:pPr>
              <a:buFont typeface="Arial" panose="020B0604020202020204" pitchFamily="34" charset="0"/>
              <a:buChar char="•"/>
            </a:pPr>
            <a:r>
              <a:rPr lang="en-US" b="1" dirty="0"/>
              <a:t>Survey Results:</a:t>
            </a:r>
            <a:r>
              <a:rPr lang="en-US" dirty="0"/>
              <a:t> Display categorical data such as customer preferences or demographics.</a:t>
            </a:r>
          </a:p>
          <a:p>
            <a:pPr>
              <a:buFont typeface="Arial" panose="020B0604020202020204" pitchFamily="34" charset="0"/>
              <a:buChar char="•"/>
            </a:pPr>
            <a:r>
              <a:rPr lang="en-US" b="1" dirty="0"/>
              <a:t>Budget vs. Actual Spending:</a:t>
            </a:r>
            <a:r>
              <a:rPr lang="en-US" dirty="0"/>
              <a:t> Compare planned and actual expenditures.</a:t>
            </a:r>
          </a:p>
          <a:p>
            <a:pPr>
              <a:buFont typeface="Arial" panose="020B0604020202020204" pitchFamily="34" charset="0"/>
              <a:buChar char="•"/>
            </a:pPr>
            <a:r>
              <a:rPr lang="en-US" b="1" dirty="0"/>
              <a:t>Employee Performance:</a:t>
            </a:r>
            <a:r>
              <a:rPr lang="en-US" dirty="0"/>
              <a:t> Compare productivity levels across teams or departments.</a:t>
            </a:r>
          </a:p>
        </p:txBody>
      </p:sp>
      <p:sp>
        <p:nvSpPr>
          <p:cNvPr id="4" name="Content Placeholder 2">
            <a:extLst>
              <a:ext uri="{FF2B5EF4-FFF2-40B4-BE49-F238E27FC236}">
                <a16:creationId xmlns:a16="http://schemas.microsoft.com/office/drawing/2014/main" id="{C924F2AD-C788-B609-3C10-6E6EF33827E2}"/>
              </a:ext>
            </a:extLst>
          </p:cNvPr>
          <p:cNvSpPr txBox="1">
            <a:spLocks/>
          </p:cNvSpPr>
          <p:nvPr/>
        </p:nvSpPr>
        <p:spPr>
          <a:xfrm rot="16762002">
            <a:off x="-2443096" y="2664372"/>
            <a:ext cx="2297984" cy="1808172"/>
          </a:xfrm>
          <a:prstGeom prst="rect">
            <a:avLst/>
          </a:prstGeom>
        </p:spPr>
        <p:txBody>
          <a:bodyPr vert="horz" lIns="91440" tIns="45720" rIns="91440" bIns="45720" rtlCol="0" anchor="ctr">
            <a:normAutofit fontScale="70000" lnSpcReduction="20000"/>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a:buFont typeface="+mj-lt"/>
              <a:buAutoNum type="arabicPeriod"/>
            </a:pPr>
            <a:r>
              <a:rPr lang="en-US" dirty="0">
                <a:solidFill>
                  <a:srgbClr val="000000"/>
                </a:solidFill>
              </a:rPr>
              <a:t>BAR CHARTS</a:t>
            </a:r>
          </a:p>
          <a:p>
            <a:pPr>
              <a:buFont typeface="+mj-lt"/>
              <a:buAutoNum type="arabicPeriod"/>
            </a:pPr>
            <a:r>
              <a:rPr lang="en-US" dirty="0">
                <a:solidFill>
                  <a:srgbClr val="000000"/>
                </a:solidFill>
              </a:rPr>
              <a:t>LINE CHARTS</a:t>
            </a:r>
          </a:p>
          <a:p>
            <a:pPr>
              <a:buFont typeface="+mj-lt"/>
              <a:buAutoNum type="arabicPeriod"/>
            </a:pPr>
            <a:r>
              <a:rPr lang="en-US" dirty="0">
                <a:solidFill>
                  <a:srgbClr val="000000"/>
                </a:solidFill>
              </a:rPr>
              <a:t>PIE CHARTS</a:t>
            </a:r>
          </a:p>
          <a:p>
            <a:pPr>
              <a:buFont typeface="+mj-lt"/>
              <a:buAutoNum type="arabicPeriod"/>
            </a:pPr>
            <a:r>
              <a:rPr lang="en-US" dirty="0">
                <a:solidFill>
                  <a:srgbClr val="000000"/>
                </a:solidFill>
              </a:rPr>
              <a:t>SCATTER PLOTS</a:t>
            </a:r>
          </a:p>
          <a:p>
            <a:pPr>
              <a:buFont typeface="+mj-lt"/>
              <a:buAutoNum type="arabicPeriod"/>
            </a:pPr>
            <a:r>
              <a:rPr lang="en-US" dirty="0">
                <a:solidFill>
                  <a:srgbClr val="000000"/>
                </a:solidFill>
              </a:rPr>
              <a:t>HEATMAPS</a:t>
            </a:r>
          </a:p>
        </p:txBody>
      </p:sp>
    </p:spTree>
    <p:extLst>
      <p:ext uri="{BB962C8B-B14F-4D97-AF65-F5344CB8AC3E}">
        <p14:creationId xmlns:p14="http://schemas.microsoft.com/office/powerpoint/2010/main" val="106232305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t="-3000" b="-3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AAFA7-9414-9372-DE03-C0FEFC8628A2}"/>
              </a:ext>
            </a:extLst>
          </p:cNvPr>
          <p:cNvSpPr>
            <a:spLocks noGrp="1"/>
          </p:cNvSpPr>
          <p:nvPr>
            <p:ph type="title"/>
          </p:nvPr>
        </p:nvSpPr>
        <p:spPr/>
        <p:txBody>
          <a:bodyPr/>
          <a:lstStyle/>
          <a:p>
            <a:r>
              <a:rPr lang="en-US" b="1" dirty="0"/>
              <a:t>Line charts</a:t>
            </a:r>
            <a:endParaRPr lang="en-IN" b="1" dirty="0"/>
          </a:p>
        </p:txBody>
      </p:sp>
      <p:sp>
        <p:nvSpPr>
          <p:cNvPr id="3" name="Content Placeholder 2">
            <a:extLst>
              <a:ext uri="{FF2B5EF4-FFF2-40B4-BE49-F238E27FC236}">
                <a16:creationId xmlns:a16="http://schemas.microsoft.com/office/drawing/2014/main" id="{259AF628-4D96-3B3E-79DD-C0B2D07E0C20}"/>
              </a:ext>
            </a:extLst>
          </p:cNvPr>
          <p:cNvSpPr>
            <a:spLocks noGrp="1"/>
          </p:cNvSpPr>
          <p:nvPr>
            <p:ph idx="1"/>
          </p:nvPr>
        </p:nvSpPr>
        <p:spPr/>
        <p:txBody>
          <a:bodyPr/>
          <a:lstStyle/>
          <a:p>
            <a:pPr>
              <a:buFont typeface="Arial" panose="020B0604020202020204" pitchFamily="34" charset="0"/>
              <a:buChar char="•"/>
            </a:pPr>
            <a:r>
              <a:rPr lang="en-US" b="1" dirty="0"/>
              <a:t>Stock Market Trends:</a:t>
            </a:r>
            <a:r>
              <a:rPr lang="en-US" dirty="0"/>
              <a:t> Show price changes over time.</a:t>
            </a:r>
          </a:p>
          <a:p>
            <a:pPr>
              <a:buFont typeface="Arial" panose="020B0604020202020204" pitchFamily="34" charset="0"/>
              <a:buChar char="•"/>
            </a:pPr>
            <a:r>
              <a:rPr lang="en-US" b="1" dirty="0"/>
              <a:t>Website Traffic Analysis:</a:t>
            </a:r>
            <a:r>
              <a:rPr lang="en-US" dirty="0"/>
              <a:t> Display daily or monthly visitor trends.</a:t>
            </a:r>
          </a:p>
          <a:p>
            <a:pPr>
              <a:buFont typeface="Arial" panose="020B0604020202020204" pitchFamily="34" charset="0"/>
              <a:buChar char="•"/>
            </a:pPr>
            <a:r>
              <a:rPr lang="en-US" b="1" dirty="0"/>
              <a:t>Sales Growth Over Time:</a:t>
            </a:r>
            <a:r>
              <a:rPr lang="en-US" dirty="0"/>
              <a:t> Monitor revenue growth patterns.</a:t>
            </a:r>
          </a:p>
          <a:p>
            <a:pPr>
              <a:buFont typeface="Arial" panose="020B0604020202020204" pitchFamily="34" charset="0"/>
              <a:buChar char="•"/>
            </a:pPr>
            <a:r>
              <a:rPr lang="en-US" b="1" dirty="0"/>
              <a:t>Weather Trends:</a:t>
            </a:r>
            <a:r>
              <a:rPr lang="en-US" dirty="0"/>
              <a:t> Track temperature variations over a period.</a:t>
            </a:r>
          </a:p>
          <a:p>
            <a:pPr>
              <a:buFont typeface="Arial" panose="020B0604020202020204" pitchFamily="34" charset="0"/>
              <a:buChar char="•"/>
            </a:pPr>
            <a:r>
              <a:rPr lang="en-US" b="1" dirty="0"/>
              <a:t>Customer Retention Rates:</a:t>
            </a:r>
            <a:r>
              <a:rPr lang="en-US" dirty="0"/>
              <a:t> Show how customer engagement changes over time.</a:t>
            </a:r>
          </a:p>
        </p:txBody>
      </p:sp>
    </p:spTree>
    <p:extLst>
      <p:ext uri="{BB962C8B-B14F-4D97-AF65-F5344CB8AC3E}">
        <p14:creationId xmlns:p14="http://schemas.microsoft.com/office/powerpoint/2010/main" val="171200936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t="-19000" b="-19000"/>
          </a:stretch>
        </a:blipFill>
        <a:effectLst/>
      </p:bgPr>
    </p:bg>
    <p:spTree>
      <p:nvGrpSpPr>
        <p:cNvPr id="1" name="">
          <a:extLst>
            <a:ext uri="{FF2B5EF4-FFF2-40B4-BE49-F238E27FC236}">
              <a16:creationId xmlns:a16="http://schemas.microsoft.com/office/drawing/2014/main" id="{C1626FA5-24C8-FFBB-994F-490D5D82A9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7EF3A3-5EDB-B45E-CC51-B218D7B3586B}"/>
              </a:ext>
            </a:extLst>
          </p:cNvPr>
          <p:cNvSpPr>
            <a:spLocks noGrp="1"/>
          </p:cNvSpPr>
          <p:nvPr>
            <p:ph type="title"/>
          </p:nvPr>
        </p:nvSpPr>
        <p:spPr/>
        <p:txBody>
          <a:bodyPr/>
          <a:lstStyle/>
          <a:p>
            <a:r>
              <a:rPr lang="en-US" b="1" dirty="0"/>
              <a:t>PIE charts</a:t>
            </a:r>
            <a:endParaRPr lang="en-IN" b="1" dirty="0"/>
          </a:p>
        </p:txBody>
      </p:sp>
      <p:sp>
        <p:nvSpPr>
          <p:cNvPr id="3" name="Content Placeholder 2">
            <a:extLst>
              <a:ext uri="{FF2B5EF4-FFF2-40B4-BE49-F238E27FC236}">
                <a16:creationId xmlns:a16="http://schemas.microsoft.com/office/drawing/2014/main" id="{FBF5520C-182A-A220-45C3-44066BEA4887}"/>
              </a:ext>
            </a:extLst>
          </p:cNvPr>
          <p:cNvSpPr>
            <a:spLocks noGrp="1"/>
          </p:cNvSpPr>
          <p:nvPr>
            <p:ph idx="1"/>
          </p:nvPr>
        </p:nvSpPr>
        <p:spPr/>
        <p:txBody>
          <a:bodyPr>
            <a:normAutofit/>
          </a:bodyPr>
          <a:lstStyle/>
          <a:p>
            <a:pPr>
              <a:buFont typeface="Arial" panose="020B0604020202020204" pitchFamily="34" charset="0"/>
              <a:buChar char="•"/>
            </a:pPr>
            <a:r>
              <a:rPr lang="en-US" b="1" dirty="0"/>
              <a:t>Market Share Representation:</a:t>
            </a:r>
            <a:r>
              <a:rPr lang="en-US" dirty="0"/>
              <a:t> Show the percentage of different companies in a sector.</a:t>
            </a:r>
          </a:p>
          <a:p>
            <a:pPr>
              <a:buFont typeface="Arial" panose="020B0604020202020204" pitchFamily="34" charset="0"/>
              <a:buChar char="•"/>
            </a:pPr>
            <a:r>
              <a:rPr lang="en-US" b="1" dirty="0"/>
              <a:t>Expense Breakdown:</a:t>
            </a:r>
            <a:r>
              <a:rPr lang="en-US" dirty="0"/>
              <a:t> Visualize spending categories in a budget.</a:t>
            </a:r>
          </a:p>
          <a:p>
            <a:pPr>
              <a:buFont typeface="Arial" panose="020B0604020202020204" pitchFamily="34" charset="0"/>
              <a:buChar char="•"/>
            </a:pPr>
            <a:r>
              <a:rPr lang="en-US" b="1" dirty="0"/>
              <a:t>Demographic Analysis:</a:t>
            </a:r>
            <a:r>
              <a:rPr lang="en-US" dirty="0"/>
              <a:t> Display the distribution of age groups or genders.</a:t>
            </a:r>
          </a:p>
          <a:p>
            <a:pPr>
              <a:buFont typeface="Arial" panose="020B0604020202020204" pitchFamily="34" charset="0"/>
              <a:buChar char="•"/>
            </a:pPr>
            <a:r>
              <a:rPr lang="en-US" b="1" dirty="0"/>
              <a:t>Product Category Contribution:</a:t>
            </a:r>
            <a:r>
              <a:rPr lang="en-US" dirty="0"/>
              <a:t> Show how different product types contribute to total sales.</a:t>
            </a:r>
          </a:p>
          <a:p>
            <a:pPr>
              <a:buFont typeface="Arial" panose="020B0604020202020204" pitchFamily="34" charset="0"/>
              <a:buChar char="•"/>
            </a:pPr>
            <a:r>
              <a:rPr lang="en-US" b="1" dirty="0"/>
              <a:t>Survey Responses:</a:t>
            </a:r>
            <a:r>
              <a:rPr lang="en-US" dirty="0"/>
              <a:t> Represent percentage-based responses from customer feedback.</a:t>
            </a:r>
          </a:p>
        </p:txBody>
      </p:sp>
      <p:sp>
        <p:nvSpPr>
          <p:cNvPr id="4" name="Content Placeholder 2">
            <a:extLst>
              <a:ext uri="{FF2B5EF4-FFF2-40B4-BE49-F238E27FC236}">
                <a16:creationId xmlns:a16="http://schemas.microsoft.com/office/drawing/2014/main" id="{BA4FA45E-E1A0-D076-F3D2-86E8160E4367}"/>
              </a:ext>
            </a:extLst>
          </p:cNvPr>
          <p:cNvSpPr txBox="1">
            <a:spLocks/>
          </p:cNvSpPr>
          <p:nvPr/>
        </p:nvSpPr>
        <p:spPr>
          <a:xfrm rot="16762002">
            <a:off x="-2443096" y="2664372"/>
            <a:ext cx="2297984" cy="1808172"/>
          </a:xfrm>
          <a:prstGeom prst="rect">
            <a:avLst/>
          </a:prstGeom>
        </p:spPr>
        <p:txBody>
          <a:bodyPr vert="horz" lIns="91440" tIns="45720" rIns="91440" bIns="45720" rtlCol="0" anchor="ctr">
            <a:normAutofit fontScale="70000" lnSpcReduction="20000"/>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a:buFont typeface="+mj-lt"/>
              <a:buAutoNum type="arabicPeriod"/>
            </a:pPr>
            <a:r>
              <a:rPr lang="en-US" dirty="0">
                <a:solidFill>
                  <a:srgbClr val="000000"/>
                </a:solidFill>
              </a:rPr>
              <a:t>BAR CHARTS</a:t>
            </a:r>
          </a:p>
          <a:p>
            <a:pPr>
              <a:buFont typeface="+mj-lt"/>
              <a:buAutoNum type="arabicPeriod"/>
            </a:pPr>
            <a:r>
              <a:rPr lang="en-US" dirty="0">
                <a:solidFill>
                  <a:srgbClr val="000000"/>
                </a:solidFill>
              </a:rPr>
              <a:t>LINE CHARTS</a:t>
            </a:r>
          </a:p>
          <a:p>
            <a:pPr>
              <a:buFont typeface="+mj-lt"/>
              <a:buAutoNum type="arabicPeriod"/>
            </a:pPr>
            <a:r>
              <a:rPr lang="en-US" dirty="0">
                <a:solidFill>
                  <a:srgbClr val="000000"/>
                </a:solidFill>
              </a:rPr>
              <a:t>PIE CHARTS</a:t>
            </a:r>
          </a:p>
          <a:p>
            <a:pPr>
              <a:buFont typeface="+mj-lt"/>
              <a:buAutoNum type="arabicPeriod"/>
            </a:pPr>
            <a:r>
              <a:rPr lang="en-US" dirty="0">
                <a:solidFill>
                  <a:srgbClr val="000000"/>
                </a:solidFill>
              </a:rPr>
              <a:t>SCATTER PLOTS</a:t>
            </a:r>
          </a:p>
          <a:p>
            <a:pPr>
              <a:buFont typeface="+mj-lt"/>
              <a:buAutoNum type="arabicPeriod"/>
            </a:pPr>
            <a:r>
              <a:rPr lang="en-US" dirty="0">
                <a:solidFill>
                  <a:srgbClr val="000000"/>
                </a:solidFill>
              </a:rPr>
              <a:t>HEATMAPS</a:t>
            </a:r>
          </a:p>
        </p:txBody>
      </p:sp>
    </p:spTree>
    <p:extLst>
      <p:ext uri="{BB962C8B-B14F-4D97-AF65-F5344CB8AC3E}">
        <p14:creationId xmlns:p14="http://schemas.microsoft.com/office/powerpoint/2010/main" val="117166848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t="-39000" b="-39000"/>
          </a:stretch>
        </a:blipFill>
        <a:effectLst/>
      </p:bgPr>
    </p:bg>
    <p:spTree>
      <p:nvGrpSpPr>
        <p:cNvPr id="1" name="">
          <a:extLst>
            <a:ext uri="{FF2B5EF4-FFF2-40B4-BE49-F238E27FC236}">
              <a16:creationId xmlns:a16="http://schemas.microsoft.com/office/drawing/2014/main" id="{7BBED293-AD68-BDDC-DAFE-E528B035BD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DAA339-4C27-E797-7887-6295C695D14F}"/>
              </a:ext>
            </a:extLst>
          </p:cNvPr>
          <p:cNvSpPr>
            <a:spLocks noGrp="1"/>
          </p:cNvSpPr>
          <p:nvPr>
            <p:ph type="title"/>
          </p:nvPr>
        </p:nvSpPr>
        <p:spPr/>
        <p:txBody>
          <a:bodyPr/>
          <a:lstStyle/>
          <a:p>
            <a:r>
              <a:rPr lang="en-US" b="1" dirty="0"/>
              <a:t>SCATTER PLOTS</a:t>
            </a:r>
            <a:endParaRPr lang="en-IN" b="1" dirty="0"/>
          </a:p>
        </p:txBody>
      </p:sp>
      <p:sp>
        <p:nvSpPr>
          <p:cNvPr id="3" name="Content Placeholder 2">
            <a:extLst>
              <a:ext uri="{FF2B5EF4-FFF2-40B4-BE49-F238E27FC236}">
                <a16:creationId xmlns:a16="http://schemas.microsoft.com/office/drawing/2014/main" id="{E2E444B4-9E85-1A64-6194-2F4B3D7D853E}"/>
              </a:ext>
            </a:extLst>
          </p:cNvPr>
          <p:cNvSpPr>
            <a:spLocks noGrp="1"/>
          </p:cNvSpPr>
          <p:nvPr>
            <p:ph idx="1"/>
          </p:nvPr>
        </p:nvSpPr>
        <p:spPr/>
        <p:txBody>
          <a:bodyPr>
            <a:normAutofit/>
          </a:bodyPr>
          <a:lstStyle/>
          <a:p>
            <a:pPr>
              <a:buFont typeface="Arial" panose="020B0604020202020204" pitchFamily="34" charset="0"/>
              <a:buChar char="•"/>
            </a:pPr>
            <a:r>
              <a:rPr lang="en-US" b="1" dirty="0"/>
              <a:t>Correlation Analysis:</a:t>
            </a:r>
            <a:r>
              <a:rPr lang="en-US" dirty="0"/>
              <a:t> Show the relationship between two numerical variables (e.g., advertising spend vs. revenue).</a:t>
            </a:r>
          </a:p>
          <a:p>
            <a:pPr>
              <a:buFont typeface="Arial" panose="020B0604020202020204" pitchFamily="34" charset="0"/>
              <a:buChar char="•"/>
            </a:pPr>
            <a:r>
              <a:rPr lang="en-US" b="1" dirty="0"/>
              <a:t>Customer Segmentation:</a:t>
            </a:r>
            <a:r>
              <a:rPr lang="en-US" dirty="0"/>
              <a:t> Identify clusters of customers based on behavior.</a:t>
            </a:r>
          </a:p>
          <a:p>
            <a:pPr>
              <a:buFont typeface="Arial" panose="020B0604020202020204" pitchFamily="34" charset="0"/>
              <a:buChar char="•"/>
            </a:pPr>
            <a:r>
              <a:rPr lang="en-US" b="1" dirty="0"/>
              <a:t>Risk Assessment:</a:t>
            </a:r>
            <a:r>
              <a:rPr lang="en-US" dirty="0"/>
              <a:t> Plot credit score vs. default probability.</a:t>
            </a:r>
          </a:p>
          <a:p>
            <a:pPr>
              <a:buFont typeface="Arial" panose="020B0604020202020204" pitchFamily="34" charset="0"/>
              <a:buChar char="•"/>
            </a:pPr>
            <a:r>
              <a:rPr lang="en-US" b="1" dirty="0"/>
              <a:t>Scientific Research:</a:t>
            </a:r>
            <a:r>
              <a:rPr lang="en-US" dirty="0"/>
              <a:t> Analyze patterns in experimental data.</a:t>
            </a:r>
          </a:p>
          <a:p>
            <a:pPr>
              <a:buFont typeface="Arial" panose="020B0604020202020204" pitchFamily="34" charset="0"/>
              <a:buChar char="•"/>
            </a:pPr>
            <a:r>
              <a:rPr lang="en-US" b="1" dirty="0"/>
              <a:t>Real Estate Pricing:</a:t>
            </a:r>
            <a:r>
              <a:rPr lang="en-US" dirty="0"/>
              <a:t> Compare house prices to square footage.</a:t>
            </a:r>
          </a:p>
        </p:txBody>
      </p:sp>
    </p:spTree>
    <p:extLst>
      <p:ext uri="{BB962C8B-B14F-4D97-AF65-F5344CB8AC3E}">
        <p14:creationId xmlns:p14="http://schemas.microsoft.com/office/powerpoint/2010/main" val="140063916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t="-13000" b="-13000"/>
          </a:stretch>
        </a:blipFill>
        <a:effectLst/>
      </p:bgPr>
    </p:bg>
    <p:spTree>
      <p:nvGrpSpPr>
        <p:cNvPr id="1" name="">
          <a:extLst>
            <a:ext uri="{FF2B5EF4-FFF2-40B4-BE49-F238E27FC236}">
              <a16:creationId xmlns:a16="http://schemas.microsoft.com/office/drawing/2014/main" id="{5090D4A1-AB18-18D8-5616-D9D32F7C24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C186B3-7DDB-4B23-ADF1-B53CD3C216E8}"/>
              </a:ext>
            </a:extLst>
          </p:cNvPr>
          <p:cNvSpPr>
            <a:spLocks noGrp="1"/>
          </p:cNvSpPr>
          <p:nvPr>
            <p:ph type="title"/>
          </p:nvPr>
        </p:nvSpPr>
        <p:spPr/>
        <p:txBody>
          <a:bodyPr/>
          <a:lstStyle/>
          <a:p>
            <a:r>
              <a:rPr lang="en-US" b="1" dirty="0"/>
              <a:t>HEATMAPS</a:t>
            </a:r>
            <a:endParaRPr lang="en-IN" b="1" dirty="0"/>
          </a:p>
        </p:txBody>
      </p:sp>
      <p:sp>
        <p:nvSpPr>
          <p:cNvPr id="3" name="Content Placeholder 2">
            <a:extLst>
              <a:ext uri="{FF2B5EF4-FFF2-40B4-BE49-F238E27FC236}">
                <a16:creationId xmlns:a16="http://schemas.microsoft.com/office/drawing/2014/main" id="{9C01BE52-067E-A373-3D32-BB7A3E1828DD}"/>
              </a:ext>
            </a:extLst>
          </p:cNvPr>
          <p:cNvSpPr>
            <a:spLocks noGrp="1"/>
          </p:cNvSpPr>
          <p:nvPr>
            <p:ph idx="1"/>
          </p:nvPr>
        </p:nvSpPr>
        <p:spPr/>
        <p:txBody>
          <a:bodyPr>
            <a:normAutofit/>
          </a:bodyPr>
          <a:lstStyle/>
          <a:p>
            <a:pPr>
              <a:buFont typeface="Arial" panose="020B0604020202020204" pitchFamily="34" charset="0"/>
              <a:buChar char="•"/>
            </a:pPr>
            <a:r>
              <a:rPr lang="en-US" b="1" dirty="0"/>
              <a:t>Website Click Analysis:</a:t>
            </a:r>
            <a:r>
              <a:rPr lang="en-US" dirty="0"/>
              <a:t> Identify high-traffic areas on a webpage.</a:t>
            </a:r>
          </a:p>
          <a:p>
            <a:pPr>
              <a:buFont typeface="Arial" panose="020B0604020202020204" pitchFamily="34" charset="0"/>
              <a:buChar char="•"/>
            </a:pPr>
            <a:r>
              <a:rPr lang="en-US" b="1" dirty="0"/>
              <a:t>Sales Performance by Region:</a:t>
            </a:r>
            <a:r>
              <a:rPr lang="en-US" dirty="0"/>
              <a:t> Show variations in sales across different geographies.</a:t>
            </a:r>
          </a:p>
          <a:p>
            <a:pPr>
              <a:buFont typeface="Arial" panose="020B0604020202020204" pitchFamily="34" charset="0"/>
              <a:buChar char="•"/>
            </a:pPr>
            <a:r>
              <a:rPr lang="en-US" b="1" dirty="0"/>
              <a:t>Stock Market Volatility:</a:t>
            </a:r>
            <a:r>
              <a:rPr lang="en-US" dirty="0"/>
              <a:t> Visualize price fluctuations over time.</a:t>
            </a:r>
          </a:p>
          <a:p>
            <a:pPr>
              <a:buFont typeface="Arial" panose="020B0604020202020204" pitchFamily="34" charset="0"/>
              <a:buChar char="•"/>
            </a:pPr>
            <a:r>
              <a:rPr lang="en-US" b="1" dirty="0"/>
              <a:t>Hospital Resource Utilization:</a:t>
            </a:r>
            <a:r>
              <a:rPr lang="en-US" dirty="0"/>
              <a:t> Track occupancy rates of different hospital departments.</a:t>
            </a:r>
          </a:p>
          <a:p>
            <a:pPr>
              <a:buFont typeface="Arial" panose="020B0604020202020204" pitchFamily="34" charset="0"/>
              <a:buChar char="•"/>
            </a:pPr>
            <a:r>
              <a:rPr lang="en-US" b="1" dirty="0"/>
              <a:t>Customer Behavior Analytics:</a:t>
            </a:r>
            <a:r>
              <a:rPr lang="en-US" dirty="0"/>
              <a:t> Display heatmaps for customer purchase patterns.</a:t>
            </a:r>
          </a:p>
        </p:txBody>
      </p:sp>
      <p:sp>
        <p:nvSpPr>
          <p:cNvPr id="4" name="Content Placeholder 2">
            <a:extLst>
              <a:ext uri="{FF2B5EF4-FFF2-40B4-BE49-F238E27FC236}">
                <a16:creationId xmlns:a16="http://schemas.microsoft.com/office/drawing/2014/main" id="{A339D05E-6C13-625D-5D09-4BFF1DDFB597}"/>
              </a:ext>
            </a:extLst>
          </p:cNvPr>
          <p:cNvSpPr txBox="1">
            <a:spLocks/>
          </p:cNvSpPr>
          <p:nvPr/>
        </p:nvSpPr>
        <p:spPr>
          <a:xfrm rot="16762002">
            <a:off x="-2443096" y="2664372"/>
            <a:ext cx="2297984" cy="1808172"/>
          </a:xfrm>
          <a:prstGeom prst="rect">
            <a:avLst/>
          </a:prstGeom>
        </p:spPr>
        <p:txBody>
          <a:bodyPr vert="horz" lIns="91440" tIns="45720" rIns="91440" bIns="45720" rtlCol="0" anchor="ctr">
            <a:normAutofit fontScale="70000" lnSpcReduction="20000"/>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a:buFont typeface="+mj-lt"/>
              <a:buAutoNum type="arabicPeriod"/>
            </a:pPr>
            <a:r>
              <a:rPr lang="en-US" dirty="0">
                <a:solidFill>
                  <a:srgbClr val="000000"/>
                </a:solidFill>
              </a:rPr>
              <a:t>BAR CHARTS</a:t>
            </a:r>
          </a:p>
          <a:p>
            <a:pPr>
              <a:buFont typeface="+mj-lt"/>
              <a:buAutoNum type="arabicPeriod"/>
            </a:pPr>
            <a:r>
              <a:rPr lang="en-US" dirty="0">
                <a:solidFill>
                  <a:srgbClr val="000000"/>
                </a:solidFill>
              </a:rPr>
              <a:t>LINE CHARTS</a:t>
            </a:r>
          </a:p>
          <a:p>
            <a:pPr>
              <a:buFont typeface="+mj-lt"/>
              <a:buAutoNum type="arabicPeriod"/>
            </a:pPr>
            <a:r>
              <a:rPr lang="en-US" dirty="0">
                <a:solidFill>
                  <a:srgbClr val="000000"/>
                </a:solidFill>
              </a:rPr>
              <a:t>PIE CHARTS</a:t>
            </a:r>
          </a:p>
          <a:p>
            <a:pPr>
              <a:buFont typeface="+mj-lt"/>
              <a:buAutoNum type="arabicPeriod"/>
            </a:pPr>
            <a:r>
              <a:rPr lang="en-US" dirty="0">
                <a:solidFill>
                  <a:srgbClr val="000000"/>
                </a:solidFill>
              </a:rPr>
              <a:t>SCATTER PLOTS</a:t>
            </a:r>
          </a:p>
          <a:p>
            <a:pPr>
              <a:buFont typeface="+mj-lt"/>
              <a:buAutoNum type="arabicPeriod"/>
            </a:pPr>
            <a:r>
              <a:rPr lang="en-US" dirty="0">
                <a:solidFill>
                  <a:srgbClr val="000000"/>
                </a:solidFill>
              </a:rPr>
              <a:t>HEATMAPS</a:t>
            </a:r>
          </a:p>
        </p:txBody>
      </p:sp>
    </p:spTree>
    <p:extLst>
      <p:ext uri="{BB962C8B-B14F-4D97-AF65-F5344CB8AC3E}">
        <p14:creationId xmlns:p14="http://schemas.microsoft.com/office/powerpoint/2010/main" val="223670278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5DC3EAF9-72B3-4C8A-B136-36D5FEA2FE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6EE4A92-D979-45B8-98F8-1AED89DF51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4" name="Title 3">
            <a:extLst>
              <a:ext uri="{FF2B5EF4-FFF2-40B4-BE49-F238E27FC236}">
                <a16:creationId xmlns:a16="http://schemas.microsoft.com/office/drawing/2014/main" id="{902E9FAE-029A-38A3-DE12-7DEA1470083C}"/>
              </a:ext>
            </a:extLst>
          </p:cNvPr>
          <p:cNvSpPr>
            <a:spLocks noGrp="1"/>
          </p:cNvSpPr>
          <p:nvPr>
            <p:ph type="title"/>
          </p:nvPr>
        </p:nvSpPr>
        <p:spPr>
          <a:xfrm>
            <a:off x="5127973" y="1474970"/>
            <a:ext cx="5596406" cy="3152742"/>
          </a:xfrm>
        </p:spPr>
        <p:txBody>
          <a:bodyPr vert="horz" lIns="91440" tIns="45720" rIns="91440" bIns="0" rtlCol="0" anchor="ctr">
            <a:normAutofit/>
          </a:bodyPr>
          <a:lstStyle/>
          <a:p>
            <a:r>
              <a:rPr lang="en-US"/>
              <a:t>Hands-On Exercise - Data Cleaning &amp; Visualization</a:t>
            </a:r>
            <a:br>
              <a:rPr lang="en-US"/>
            </a:br>
            <a:endParaRPr lang="en-US"/>
          </a:p>
        </p:txBody>
      </p:sp>
      <p:pic>
        <p:nvPicPr>
          <p:cNvPr id="8" name="Graphic 7" descr="Shower">
            <a:extLst>
              <a:ext uri="{FF2B5EF4-FFF2-40B4-BE49-F238E27FC236}">
                <a16:creationId xmlns:a16="http://schemas.microsoft.com/office/drawing/2014/main" id="{E0C8623A-B7E6-70AF-AE7F-9B7346A6785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30029" y="1381390"/>
            <a:ext cx="3509148" cy="3509148"/>
          </a:xfrm>
          <a:prstGeom prst="rect">
            <a:avLst/>
          </a:prstGeom>
        </p:spPr>
      </p:pic>
      <p:pic>
        <p:nvPicPr>
          <p:cNvPr id="17" name="Picture 16">
            <a:extLst>
              <a:ext uri="{FF2B5EF4-FFF2-40B4-BE49-F238E27FC236}">
                <a16:creationId xmlns:a16="http://schemas.microsoft.com/office/drawing/2014/main" id="{74C2E529-DF0A-4EAD-BAEC-8F2E222A947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9" name="Straight Connector 18">
            <a:extLst>
              <a:ext uri="{FF2B5EF4-FFF2-40B4-BE49-F238E27FC236}">
                <a16:creationId xmlns:a16="http://schemas.microsoft.com/office/drawing/2014/main" id="{D29A7DB0-0CB3-4394-A827-586E0CC211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D6022DC-717C-8C14-9253-F7750832B08E}"/>
              </a:ext>
            </a:extLst>
          </p:cNvPr>
          <p:cNvSpPr txBox="1">
            <a:spLocks/>
          </p:cNvSpPr>
          <p:nvPr/>
        </p:nvSpPr>
        <p:spPr>
          <a:xfrm rot="15966580">
            <a:off x="-3106699" y="3293730"/>
            <a:ext cx="3193050" cy="232026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r>
              <a:rPr lang="en-US" b="1"/>
              <a:t>Case Study - Speedy Wheels Cycle Store</a:t>
            </a:r>
            <a:br>
              <a:rPr lang="en-US"/>
            </a:br>
            <a:endParaRPr lang="en-IN" dirty="0"/>
          </a:p>
        </p:txBody>
      </p:sp>
    </p:spTree>
    <p:extLst>
      <p:ext uri="{BB962C8B-B14F-4D97-AF65-F5344CB8AC3E}">
        <p14:creationId xmlns:p14="http://schemas.microsoft.com/office/powerpoint/2010/main" val="77843548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6870151-9189-4C3A-8379-EF3D95827A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Graph">
            <a:extLst>
              <a:ext uri="{FF2B5EF4-FFF2-40B4-BE49-F238E27FC236}">
                <a16:creationId xmlns:a16="http://schemas.microsoft.com/office/drawing/2014/main" id="{EDB191B1-2170-B85F-B2FC-322EB425C69A}"/>
              </a:ext>
            </a:extLst>
          </p:cNvPr>
          <p:cNvPicPr>
            <a:picLocks noChangeAspect="1"/>
          </p:cNvPicPr>
          <p:nvPr/>
        </p:nvPicPr>
        <p:blipFill>
          <a:blip r:embed="rId2">
            <a:alphaModFix amt="50000"/>
          </a:blip>
          <a:srcRect t="3673" r="-1" b="6325"/>
          <a:stretch/>
        </p:blipFill>
        <p:spPr>
          <a:xfrm>
            <a:off x="305" y="10"/>
            <a:ext cx="12191695" cy="6857990"/>
          </a:xfrm>
          <a:prstGeom prst="rect">
            <a:avLst/>
          </a:prstGeom>
        </p:spPr>
      </p:pic>
      <p:sp>
        <p:nvSpPr>
          <p:cNvPr id="12" name="Slide Number Placeholder 7">
            <a:extLst>
              <a:ext uri="{FF2B5EF4-FFF2-40B4-BE49-F238E27FC236}">
                <a16:creationId xmlns:a16="http://schemas.microsoft.com/office/drawing/2014/main" id="{123EA69C-102A-4DD0-9547-05DCD271D159}"/>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12301" y="443732"/>
            <a:ext cx="811019" cy="503578"/>
          </a:xfrm>
          <a:prstGeom prst="rect">
            <a:avLst/>
          </a:prstGeom>
        </p:spPr>
        <p:txBody>
          <a:bodyPr vert="horz" lIns="91440" tIns="45720" rIns="91440" bIns="45720" rtlCol="0" anchor="t"/>
          <a:lstStyle>
            <a:defPPr>
              <a:defRPr lang="en-US"/>
            </a:defPPr>
            <a:lvl1pPr marL="0" algn="r" defTabSz="457200" rtl="0" eaLnBrk="1" latinLnBrk="0" hangingPunct="1">
              <a:defRPr sz="28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14" name="Footer Placeholder 6">
            <a:extLst>
              <a:ext uri="{FF2B5EF4-FFF2-40B4-BE49-F238E27FC236}">
                <a16:creationId xmlns:a16="http://schemas.microsoft.com/office/drawing/2014/main" id="{6A862265-5CA3-4C40-8582-7534C3B03C2A}"/>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76636" y="540921"/>
            <a:ext cx="4973915" cy="309201"/>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16" name="Rectangle 15">
            <a:extLst>
              <a:ext uri="{FF2B5EF4-FFF2-40B4-BE49-F238E27FC236}">
                <a16:creationId xmlns:a16="http://schemas.microsoft.com/office/drawing/2014/main" id="{600EF80B-0391-4082-9AF5-F15B091B4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93800"/>
            <a:ext cx="12192000" cy="5664199"/>
          </a:xfrm>
          <a:prstGeom prst="rect">
            <a:avLst/>
          </a:prstGeom>
          <a:gradFill flip="none" rotWithShape="1">
            <a:gsLst>
              <a:gs pos="0">
                <a:schemeClr val="bg2">
                  <a:lumMod val="87000"/>
                  <a:alpha val="4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75658187-D8C0-BFEA-5E85-199D9F077575}"/>
              </a:ext>
            </a:extLst>
          </p:cNvPr>
          <p:cNvSpPr>
            <a:spLocks noGrp="1"/>
          </p:cNvSpPr>
          <p:nvPr>
            <p:ph type="title"/>
          </p:nvPr>
        </p:nvSpPr>
        <p:spPr>
          <a:xfrm>
            <a:off x="1130271" y="1193800"/>
            <a:ext cx="3193050" cy="4699000"/>
          </a:xfrm>
        </p:spPr>
        <p:txBody>
          <a:bodyPr anchor="ctr">
            <a:normAutofit/>
          </a:bodyPr>
          <a:lstStyle/>
          <a:p>
            <a:r>
              <a:rPr lang="en-US" b="1" dirty="0"/>
              <a:t>Case Study - Speedy Wheels Cycle Store</a:t>
            </a:r>
            <a:br>
              <a:rPr lang="en-US" dirty="0"/>
            </a:br>
            <a:endParaRPr lang="en-IN" dirty="0"/>
          </a:p>
        </p:txBody>
      </p:sp>
      <p:cxnSp>
        <p:nvCxnSpPr>
          <p:cNvPr id="18" name="Straight Connector 17">
            <a:extLst>
              <a:ext uri="{FF2B5EF4-FFF2-40B4-BE49-F238E27FC236}">
                <a16:creationId xmlns:a16="http://schemas.microsoft.com/office/drawing/2014/main" id="{D33AC32D-5F44-45F7-A0BD-7C11A86BED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600200"/>
            <a:ext cx="0" cy="3657600"/>
          </a:xfrm>
          <a:prstGeom prst="line">
            <a:avLst/>
          </a:prstGeom>
          <a:ln w="31750">
            <a:solidFill>
              <a:schemeClr val="tx1">
                <a:alpha val="8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55DB11CD-07FB-2C60-49A0-8EADC9A5D8BB}"/>
              </a:ext>
            </a:extLst>
          </p:cNvPr>
          <p:cNvSpPr>
            <a:spLocks noGrp="1"/>
          </p:cNvSpPr>
          <p:nvPr>
            <p:ph idx="1"/>
          </p:nvPr>
        </p:nvSpPr>
        <p:spPr>
          <a:xfrm>
            <a:off x="4976636" y="1193800"/>
            <a:ext cx="6085091" cy="4699000"/>
          </a:xfrm>
        </p:spPr>
        <p:txBody>
          <a:bodyPr anchor="ctr">
            <a:normAutofit/>
          </a:bodyPr>
          <a:lstStyle/>
          <a:p>
            <a:r>
              <a:rPr lang="en-IN" b="1" kern="100">
                <a:effectLst/>
                <a:latin typeface="Aptos" panose="020B0004020202020204" pitchFamily="34" charset="0"/>
                <a:ea typeface="Aptos" panose="020B0004020202020204" pitchFamily="34" charset="0"/>
                <a:cs typeface="Cordia New" panose="020B0304020202020204" pitchFamily="34" charset="-34"/>
              </a:rPr>
              <a:t>Background</a:t>
            </a:r>
            <a:br>
              <a:rPr lang="en-IN" b="1" kern="100">
                <a:effectLst/>
                <a:latin typeface="Aptos" panose="020B0004020202020204" pitchFamily="34" charset="0"/>
                <a:ea typeface="Aptos" panose="020B0004020202020204" pitchFamily="34" charset="0"/>
                <a:cs typeface="Cordia New" panose="020B0304020202020204" pitchFamily="34" charset="-34"/>
              </a:rPr>
            </a:br>
            <a:r>
              <a:rPr lang="en-IN" kern="100">
                <a:effectLst/>
                <a:latin typeface="Aptos" panose="020B0004020202020204" pitchFamily="34" charset="0"/>
                <a:ea typeface="Aptos" panose="020B0004020202020204" pitchFamily="34" charset="0"/>
                <a:cs typeface="Cordia New" panose="020B0304020202020204" pitchFamily="34" charset="-34"/>
              </a:rPr>
              <a:t>A regional cycle store, Speedy Wheels, has been experiencing a decrease in sales over the past year. To improve its decision-making process, the store’s manager, John, decided to analyse the store’s sales performance data. However, the dataset provided several challenges due to data inconsistencies and quality issues.</a:t>
            </a:r>
          </a:p>
          <a:p>
            <a:pPr marL="0" indent="0">
              <a:buNone/>
            </a:pPr>
            <a:endParaRPr lang="en-IN" dirty="0"/>
          </a:p>
        </p:txBody>
      </p:sp>
      <p:sp>
        <p:nvSpPr>
          <p:cNvPr id="20" name="Date Placeholder 1">
            <a:extLst>
              <a:ext uri="{FF2B5EF4-FFF2-40B4-BE49-F238E27FC236}">
                <a16:creationId xmlns:a16="http://schemas.microsoft.com/office/drawing/2014/main" id="{3FBF03E8-C602-4192-9C52-F84B29FDCC88}"/>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23229" y="6007878"/>
            <a:ext cx="3500715" cy="309201"/>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4" name="Title 1">
            <a:extLst>
              <a:ext uri="{FF2B5EF4-FFF2-40B4-BE49-F238E27FC236}">
                <a16:creationId xmlns:a16="http://schemas.microsoft.com/office/drawing/2014/main" id="{8E4189CD-389D-B656-4368-8408194A6C52}"/>
              </a:ext>
            </a:extLst>
          </p:cNvPr>
          <p:cNvSpPr txBox="1">
            <a:spLocks/>
          </p:cNvSpPr>
          <p:nvPr/>
        </p:nvSpPr>
        <p:spPr>
          <a:xfrm rot="16014439">
            <a:off x="-3455014" y="3501282"/>
            <a:ext cx="4973916" cy="1049235"/>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r>
              <a:rPr lang="en-US" b="1"/>
              <a:t>Problem statement</a:t>
            </a:r>
            <a:endParaRPr lang="en-IN" b="1" dirty="0"/>
          </a:p>
        </p:txBody>
      </p:sp>
    </p:spTree>
    <p:extLst>
      <p:ext uri="{BB962C8B-B14F-4D97-AF65-F5344CB8AC3E}">
        <p14:creationId xmlns:p14="http://schemas.microsoft.com/office/powerpoint/2010/main" val="316688018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B540F-0A44-D3C4-2E53-5D29CABC502D}"/>
              </a:ext>
            </a:extLst>
          </p:cNvPr>
          <p:cNvSpPr>
            <a:spLocks noGrp="1"/>
          </p:cNvSpPr>
          <p:nvPr>
            <p:ph type="title"/>
          </p:nvPr>
        </p:nvSpPr>
        <p:spPr>
          <a:xfrm>
            <a:off x="1451579" y="804519"/>
            <a:ext cx="9603275" cy="1049235"/>
          </a:xfrm>
        </p:spPr>
        <p:txBody>
          <a:bodyPr>
            <a:normAutofit/>
          </a:bodyPr>
          <a:lstStyle/>
          <a:p>
            <a:r>
              <a:rPr lang="en-US" b="1" dirty="0"/>
              <a:t>Problem statement</a:t>
            </a:r>
            <a:endParaRPr lang="en-IN" b="1" dirty="0"/>
          </a:p>
        </p:txBody>
      </p:sp>
      <p:sp>
        <p:nvSpPr>
          <p:cNvPr id="3" name="Content Placeholder 2">
            <a:extLst>
              <a:ext uri="{FF2B5EF4-FFF2-40B4-BE49-F238E27FC236}">
                <a16:creationId xmlns:a16="http://schemas.microsoft.com/office/drawing/2014/main" id="{E47CF6CC-24AF-3878-9A99-61B071A23F1B}"/>
              </a:ext>
            </a:extLst>
          </p:cNvPr>
          <p:cNvSpPr>
            <a:spLocks noGrp="1"/>
          </p:cNvSpPr>
          <p:nvPr>
            <p:ph idx="1"/>
          </p:nvPr>
        </p:nvSpPr>
        <p:spPr>
          <a:xfrm>
            <a:off x="1451579" y="2015734"/>
            <a:ext cx="6195784" cy="3450613"/>
          </a:xfrm>
        </p:spPr>
        <p:txBody>
          <a:bodyPr>
            <a:normAutofit/>
          </a:bodyPr>
          <a:lstStyle/>
          <a:p>
            <a:pPr marL="0" marR="0" indent="0">
              <a:lnSpc>
                <a:spcPct val="110000"/>
              </a:lnSpc>
              <a:spcAft>
                <a:spcPts val="800"/>
              </a:spcAft>
              <a:buNone/>
            </a:pPr>
            <a:r>
              <a:rPr lang="en-IN" sz="1500" kern="100">
                <a:effectLst/>
                <a:latin typeface="Aptos" panose="020B0004020202020204" pitchFamily="34" charset="0"/>
                <a:ea typeface="Aptos" panose="020B0004020202020204" pitchFamily="34" charset="0"/>
                <a:cs typeface="Cordia New" panose="020B0304020202020204" pitchFamily="34" charset="-34"/>
              </a:rPr>
              <a:t>John encountered several obstacles when analysing the data, including:</a:t>
            </a:r>
          </a:p>
          <a:p>
            <a:pPr marL="800100" lvl="1" indent="-342900">
              <a:lnSpc>
                <a:spcPct val="110000"/>
              </a:lnSpc>
              <a:spcAft>
                <a:spcPts val="800"/>
              </a:spcAft>
              <a:buSzPts val="1000"/>
              <a:buFont typeface="Symbol" panose="05050102010706020507" pitchFamily="18" charset="2"/>
              <a:buChar char=""/>
              <a:tabLst>
                <a:tab pos="457200" algn="l"/>
              </a:tabLst>
            </a:pPr>
            <a:r>
              <a:rPr lang="en-IN" sz="1500" kern="100">
                <a:effectLst/>
                <a:latin typeface="Aptos" panose="020B0004020202020204" pitchFamily="34" charset="0"/>
                <a:ea typeface="Aptos" panose="020B0004020202020204" pitchFamily="34" charset="0"/>
                <a:cs typeface="Cordia New" panose="020B0304020202020204" pitchFamily="34" charset="-34"/>
              </a:rPr>
              <a:t>Inconsistent date and time formats, making it difficult to track peak sales hours.</a:t>
            </a:r>
          </a:p>
          <a:p>
            <a:pPr marL="800100" lvl="1" indent="-342900">
              <a:lnSpc>
                <a:spcPct val="110000"/>
              </a:lnSpc>
              <a:spcAft>
                <a:spcPts val="800"/>
              </a:spcAft>
              <a:buSzPts val="1000"/>
              <a:buFont typeface="Symbol" panose="05050102010706020507" pitchFamily="18" charset="2"/>
              <a:buChar char=""/>
              <a:tabLst>
                <a:tab pos="457200" algn="l"/>
              </a:tabLst>
            </a:pPr>
            <a:r>
              <a:rPr lang="en-IN" sz="1500" kern="100">
                <a:effectLst/>
                <a:latin typeface="Aptos" panose="020B0004020202020204" pitchFamily="34" charset="0"/>
                <a:ea typeface="Aptos" panose="020B0004020202020204" pitchFamily="34" charset="0"/>
                <a:cs typeface="Cordia New" panose="020B0304020202020204" pitchFamily="34" charset="-34"/>
              </a:rPr>
              <a:t>Missing sales records, leading to gaps in revenue calculations.</a:t>
            </a:r>
          </a:p>
          <a:p>
            <a:pPr marL="800100" lvl="1" indent="-342900">
              <a:lnSpc>
                <a:spcPct val="110000"/>
              </a:lnSpc>
              <a:spcAft>
                <a:spcPts val="800"/>
              </a:spcAft>
              <a:buSzPts val="1000"/>
              <a:buFont typeface="Symbol" panose="05050102010706020507" pitchFamily="18" charset="2"/>
              <a:buChar char=""/>
              <a:tabLst>
                <a:tab pos="457200" algn="l"/>
              </a:tabLst>
            </a:pPr>
            <a:r>
              <a:rPr lang="en-IN" sz="1500" kern="100">
                <a:effectLst/>
                <a:latin typeface="Aptos" panose="020B0004020202020204" pitchFamily="34" charset="0"/>
                <a:ea typeface="Aptos" panose="020B0004020202020204" pitchFamily="34" charset="0"/>
                <a:cs typeface="Cordia New" panose="020B0304020202020204" pitchFamily="34" charset="-34"/>
              </a:rPr>
              <a:t>Duplicate transactions distorting sales performance figures.</a:t>
            </a:r>
          </a:p>
          <a:p>
            <a:pPr marL="800100" lvl="1" indent="-342900">
              <a:lnSpc>
                <a:spcPct val="110000"/>
              </a:lnSpc>
              <a:spcAft>
                <a:spcPts val="800"/>
              </a:spcAft>
              <a:buSzPts val="1000"/>
              <a:buFont typeface="Symbol" panose="05050102010706020507" pitchFamily="18" charset="2"/>
              <a:buChar char=""/>
              <a:tabLst>
                <a:tab pos="457200" algn="l"/>
              </a:tabLst>
            </a:pPr>
            <a:r>
              <a:rPr lang="en-IN" sz="1500" kern="100">
                <a:effectLst/>
                <a:latin typeface="Aptos" panose="020B0004020202020204" pitchFamily="34" charset="0"/>
                <a:ea typeface="Aptos" panose="020B0004020202020204" pitchFamily="34" charset="0"/>
                <a:cs typeface="Cordia New" panose="020B0304020202020204" pitchFamily="34" charset="-34"/>
              </a:rPr>
              <a:t>Non-relevant columns that complicated the analysis process.</a:t>
            </a:r>
          </a:p>
          <a:p>
            <a:pPr>
              <a:lnSpc>
                <a:spcPct val="110000"/>
              </a:lnSpc>
            </a:pPr>
            <a:endParaRPr lang="en-IN" sz="1500"/>
          </a:p>
        </p:txBody>
      </p:sp>
      <p:pic>
        <p:nvPicPr>
          <p:cNvPr id="7" name="Graphic 6" descr="Stopwatch">
            <a:extLst>
              <a:ext uri="{FF2B5EF4-FFF2-40B4-BE49-F238E27FC236}">
                <a16:creationId xmlns:a16="http://schemas.microsoft.com/office/drawing/2014/main" id="{00E0641F-589A-78CF-52FE-524006CE9E7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28756" y="2277991"/>
            <a:ext cx="2926098" cy="2926098"/>
          </a:xfrm>
          <a:prstGeom prst="rect">
            <a:avLst/>
          </a:prstGeom>
        </p:spPr>
      </p:pic>
      <p:sp>
        <p:nvSpPr>
          <p:cNvPr id="4" name="Title 1">
            <a:extLst>
              <a:ext uri="{FF2B5EF4-FFF2-40B4-BE49-F238E27FC236}">
                <a16:creationId xmlns:a16="http://schemas.microsoft.com/office/drawing/2014/main" id="{395C3B52-EC65-9CF0-CEC7-A614FE9A14ED}"/>
              </a:ext>
            </a:extLst>
          </p:cNvPr>
          <p:cNvSpPr txBox="1">
            <a:spLocks/>
          </p:cNvSpPr>
          <p:nvPr/>
        </p:nvSpPr>
        <p:spPr>
          <a:xfrm rot="16200000">
            <a:off x="-4212030" y="2636865"/>
            <a:ext cx="6043384" cy="1049235"/>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r>
              <a:rPr lang="en-US" b="1"/>
              <a:t>Data cleaning process</a:t>
            </a:r>
            <a:endParaRPr lang="en-IN" b="1" dirty="0"/>
          </a:p>
        </p:txBody>
      </p:sp>
    </p:spTree>
    <p:extLst>
      <p:ext uri="{BB962C8B-B14F-4D97-AF65-F5344CB8AC3E}">
        <p14:creationId xmlns:p14="http://schemas.microsoft.com/office/powerpoint/2010/main" val="223897727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FFC51-B705-5CD2-8E45-E532C725CED8}"/>
              </a:ext>
            </a:extLst>
          </p:cNvPr>
          <p:cNvSpPr>
            <a:spLocks noGrp="1"/>
          </p:cNvSpPr>
          <p:nvPr>
            <p:ph type="title"/>
          </p:nvPr>
        </p:nvSpPr>
        <p:spPr>
          <a:xfrm>
            <a:off x="1451579" y="804519"/>
            <a:ext cx="9603275" cy="1049235"/>
          </a:xfrm>
        </p:spPr>
        <p:txBody>
          <a:bodyPr>
            <a:normAutofit/>
          </a:bodyPr>
          <a:lstStyle/>
          <a:p>
            <a:r>
              <a:rPr lang="en-US" b="1" dirty="0"/>
              <a:t>Data cleaning process</a:t>
            </a:r>
            <a:endParaRPr lang="en-IN" b="1" dirty="0"/>
          </a:p>
        </p:txBody>
      </p:sp>
      <p:sp>
        <p:nvSpPr>
          <p:cNvPr id="4" name="Content Placeholder 3">
            <a:extLst>
              <a:ext uri="{FF2B5EF4-FFF2-40B4-BE49-F238E27FC236}">
                <a16:creationId xmlns:a16="http://schemas.microsoft.com/office/drawing/2014/main" id="{1B68C8DC-74E9-6773-B821-E9F1654D6AA0}"/>
              </a:ext>
            </a:extLst>
          </p:cNvPr>
          <p:cNvSpPr>
            <a:spLocks noGrp="1"/>
          </p:cNvSpPr>
          <p:nvPr>
            <p:ph idx="1"/>
          </p:nvPr>
        </p:nvSpPr>
        <p:spPr>
          <a:xfrm>
            <a:off x="1451579" y="2015734"/>
            <a:ext cx="6195784" cy="3450613"/>
          </a:xfrm>
        </p:spPr>
        <p:txBody>
          <a:bodyPr>
            <a:normAutofit/>
          </a:bodyPr>
          <a:lstStyle/>
          <a:p>
            <a:pPr marL="0" marR="0">
              <a:lnSpc>
                <a:spcPct val="110000"/>
              </a:lnSpc>
              <a:spcAft>
                <a:spcPts val="800"/>
              </a:spcAft>
            </a:pPr>
            <a:r>
              <a:rPr lang="en-IN" sz="1500" kern="100">
                <a:effectLst/>
                <a:latin typeface="Aptos" panose="020B0004020202020204" pitchFamily="34" charset="0"/>
                <a:ea typeface="Aptos" panose="020B0004020202020204" pitchFamily="34" charset="0"/>
                <a:cs typeface="Cordia New" panose="020B0304020202020204" pitchFamily="34" charset="-34"/>
              </a:rPr>
              <a:t>John’s data team implemented the following steps:</a:t>
            </a:r>
          </a:p>
          <a:p>
            <a:pPr marL="800100" lvl="1" indent="-342900">
              <a:lnSpc>
                <a:spcPct val="110000"/>
              </a:lnSpc>
              <a:spcAft>
                <a:spcPts val="800"/>
              </a:spcAft>
              <a:buFont typeface="+mj-lt"/>
              <a:buAutoNum type="arabicPeriod"/>
              <a:tabLst>
                <a:tab pos="457200" algn="l"/>
              </a:tabLst>
            </a:pPr>
            <a:r>
              <a:rPr lang="en-IN" sz="1500" kern="100">
                <a:effectLst/>
                <a:latin typeface="Aptos" panose="020B0004020202020204" pitchFamily="34" charset="0"/>
                <a:ea typeface="Aptos" panose="020B0004020202020204" pitchFamily="34" charset="0"/>
                <a:cs typeface="Cordia New" panose="020B0304020202020204" pitchFamily="34" charset="-34"/>
              </a:rPr>
              <a:t>Standardizing Date and Time: All records were formatted to include a single column with accurate timestamps.</a:t>
            </a:r>
          </a:p>
          <a:p>
            <a:pPr marL="800100" lvl="1" indent="-342900">
              <a:lnSpc>
                <a:spcPct val="110000"/>
              </a:lnSpc>
              <a:spcAft>
                <a:spcPts val="800"/>
              </a:spcAft>
              <a:buFont typeface="+mj-lt"/>
              <a:buAutoNum type="arabicPeriod"/>
              <a:tabLst>
                <a:tab pos="457200" algn="l"/>
              </a:tabLst>
            </a:pPr>
            <a:r>
              <a:rPr lang="en-IN" sz="1500" kern="100">
                <a:effectLst/>
                <a:latin typeface="Aptos" panose="020B0004020202020204" pitchFamily="34" charset="0"/>
                <a:ea typeface="Aptos" panose="020B0004020202020204" pitchFamily="34" charset="0"/>
                <a:cs typeface="Cordia New" panose="020B0304020202020204" pitchFamily="34" charset="-34"/>
              </a:rPr>
              <a:t>Handling Missing Data: Missing sales values were either estimated using trends or filled with appropriate placeholders.</a:t>
            </a:r>
          </a:p>
          <a:p>
            <a:pPr marL="800100" lvl="1" indent="-342900">
              <a:lnSpc>
                <a:spcPct val="110000"/>
              </a:lnSpc>
              <a:spcAft>
                <a:spcPts val="800"/>
              </a:spcAft>
              <a:buFont typeface="+mj-lt"/>
              <a:buAutoNum type="arabicPeriod"/>
              <a:tabLst>
                <a:tab pos="457200" algn="l"/>
              </a:tabLst>
            </a:pPr>
            <a:r>
              <a:rPr lang="en-IN" sz="1500" kern="100">
                <a:effectLst/>
                <a:latin typeface="Aptos" panose="020B0004020202020204" pitchFamily="34" charset="0"/>
                <a:ea typeface="Aptos" panose="020B0004020202020204" pitchFamily="34" charset="0"/>
                <a:cs typeface="Cordia New" panose="020B0304020202020204" pitchFamily="34" charset="-34"/>
              </a:rPr>
              <a:t>Eliminating Duplicates: Repeated transactions were removed to ensure correct revenue calculations.</a:t>
            </a:r>
          </a:p>
          <a:p>
            <a:pPr marL="800100" lvl="1" indent="-342900">
              <a:lnSpc>
                <a:spcPct val="110000"/>
              </a:lnSpc>
              <a:spcAft>
                <a:spcPts val="800"/>
              </a:spcAft>
              <a:buFont typeface="+mj-lt"/>
              <a:buAutoNum type="arabicPeriod"/>
              <a:tabLst>
                <a:tab pos="457200" algn="l"/>
              </a:tabLst>
            </a:pPr>
            <a:r>
              <a:rPr lang="en-IN" sz="1500" kern="100">
                <a:effectLst/>
                <a:latin typeface="Aptos" panose="020B0004020202020204" pitchFamily="34" charset="0"/>
                <a:ea typeface="Aptos" panose="020B0004020202020204" pitchFamily="34" charset="0"/>
                <a:cs typeface="Cordia New" panose="020B0304020202020204" pitchFamily="34" charset="-34"/>
              </a:rPr>
              <a:t>Filtering Data: Unnecessary columns were identified and excluded to streamline the analysis process.</a:t>
            </a:r>
          </a:p>
          <a:p>
            <a:pPr>
              <a:lnSpc>
                <a:spcPct val="110000"/>
              </a:lnSpc>
            </a:pPr>
            <a:endParaRPr lang="en-IN" sz="1500"/>
          </a:p>
        </p:txBody>
      </p:sp>
      <p:pic>
        <p:nvPicPr>
          <p:cNvPr id="8" name="Graphic 7" descr="Database">
            <a:extLst>
              <a:ext uri="{FF2B5EF4-FFF2-40B4-BE49-F238E27FC236}">
                <a16:creationId xmlns:a16="http://schemas.microsoft.com/office/drawing/2014/main" id="{E8DD9418-0BBF-1577-1B39-82A503333C3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28756" y="2277991"/>
            <a:ext cx="2926098" cy="2926098"/>
          </a:xfrm>
          <a:prstGeom prst="rect">
            <a:avLst/>
          </a:prstGeom>
        </p:spPr>
      </p:pic>
      <p:sp>
        <p:nvSpPr>
          <p:cNvPr id="3" name="Title 1">
            <a:extLst>
              <a:ext uri="{FF2B5EF4-FFF2-40B4-BE49-F238E27FC236}">
                <a16:creationId xmlns:a16="http://schemas.microsoft.com/office/drawing/2014/main" id="{1F671D32-A6EA-932F-336B-E711AB541C49}"/>
              </a:ext>
            </a:extLst>
          </p:cNvPr>
          <p:cNvSpPr txBox="1">
            <a:spLocks/>
          </p:cNvSpPr>
          <p:nvPr/>
        </p:nvSpPr>
        <p:spPr>
          <a:xfrm rot="16688389">
            <a:off x="-2404495" y="3019635"/>
            <a:ext cx="2659677" cy="1049235"/>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r>
              <a:rPr lang="en-US" b="1"/>
              <a:t>outcome</a:t>
            </a:r>
            <a:endParaRPr lang="en-IN" b="1" dirty="0"/>
          </a:p>
        </p:txBody>
      </p:sp>
    </p:spTree>
    <p:extLst>
      <p:ext uri="{BB962C8B-B14F-4D97-AF65-F5344CB8AC3E}">
        <p14:creationId xmlns:p14="http://schemas.microsoft.com/office/powerpoint/2010/main" val="302051001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D173A-063E-9DFB-D3A8-57FD172BB1D8}"/>
              </a:ext>
            </a:extLst>
          </p:cNvPr>
          <p:cNvSpPr>
            <a:spLocks noGrp="1"/>
          </p:cNvSpPr>
          <p:nvPr>
            <p:ph type="title"/>
          </p:nvPr>
        </p:nvSpPr>
        <p:spPr>
          <a:xfrm>
            <a:off x="1451579" y="804519"/>
            <a:ext cx="9603275" cy="1049235"/>
          </a:xfrm>
        </p:spPr>
        <p:txBody>
          <a:bodyPr>
            <a:normAutofit/>
          </a:bodyPr>
          <a:lstStyle/>
          <a:p>
            <a:r>
              <a:rPr lang="en-US" b="1" dirty="0"/>
              <a:t>outcome</a:t>
            </a:r>
            <a:endParaRPr lang="en-IN" b="1" dirty="0"/>
          </a:p>
        </p:txBody>
      </p:sp>
      <p:sp>
        <p:nvSpPr>
          <p:cNvPr id="3" name="Content Placeholder 2">
            <a:extLst>
              <a:ext uri="{FF2B5EF4-FFF2-40B4-BE49-F238E27FC236}">
                <a16:creationId xmlns:a16="http://schemas.microsoft.com/office/drawing/2014/main" id="{72CADB11-01D6-7196-1DCC-6F5487ACB70F}"/>
              </a:ext>
            </a:extLst>
          </p:cNvPr>
          <p:cNvSpPr>
            <a:spLocks noGrp="1"/>
          </p:cNvSpPr>
          <p:nvPr>
            <p:ph idx="1"/>
          </p:nvPr>
        </p:nvSpPr>
        <p:spPr>
          <a:xfrm>
            <a:off x="1451579" y="2015734"/>
            <a:ext cx="6195784" cy="3450613"/>
          </a:xfrm>
        </p:spPr>
        <p:txBody>
          <a:bodyPr>
            <a:normAutofit/>
          </a:bodyPr>
          <a:lstStyle/>
          <a:p>
            <a:pPr marL="0" marR="0">
              <a:lnSpc>
                <a:spcPct val="110000"/>
              </a:lnSpc>
              <a:spcAft>
                <a:spcPts val="800"/>
              </a:spcAft>
            </a:pPr>
            <a:r>
              <a:rPr lang="en-IN" kern="100" dirty="0">
                <a:effectLst/>
                <a:latin typeface="Aptos" panose="020B0004020202020204" pitchFamily="34" charset="0"/>
                <a:ea typeface="Aptos" panose="020B0004020202020204" pitchFamily="34" charset="0"/>
                <a:cs typeface="Cordia New" panose="020B0304020202020204" pitchFamily="34" charset="-34"/>
              </a:rPr>
              <a:t>Once cleaned, the dataset allowed John and his team to:</a:t>
            </a:r>
          </a:p>
          <a:p>
            <a:pPr marL="800100" lvl="1" indent="-342900">
              <a:lnSpc>
                <a:spcPct val="110000"/>
              </a:lnSpc>
              <a:spcAft>
                <a:spcPts val="800"/>
              </a:spcAft>
              <a:buSzPts val="1000"/>
              <a:buFont typeface="Symbol" panose="05050102010706020507" pitchFamily="18" charset="2"/>
              <a:buChar char=""/>
              <a:tabLst>
                <a:tab pos="457200" algn="l"/>
              </a:tabLst>
            </a:pPr>
            <a:r>
              <a:rPr lang="en-IN" kern="100" dirty="0">
                <a:effectLst/>
                <a:latin typeface="Aptos" panose="020B0004020202020204" pitchFamily="34" charset="0"/>
                <a:ea typeface="Aptos" panose="020B0004020202020204" pitchFamily="34" charset="0"/>
                <a:cs typeface="Cordia New" panose="020B0304020202020204" pitchFamily="34" charset="-34"/>
              </a:rPr>
              <a:t>Identify peak sales hours, leading to optimized staffing.</a:t>
            </a:r>
          </a:p>
          <a:p>
            <a:pPr marL="800100" lvl="1" indent="-342900">
              <a:lnSpc>
                <a:spcPct val="110000"/>
              </a:lnSpc>
              <a:spcAft>
                <a:spcPts val="800"/>
              </a:spcAft>
              <a:buSzPts val="1000"/>
              <a:buFont typeface="Symbol" panose="05050102010706020507" pitchFamily="18" charset="2"/>
              <a:buChar char=""/>
              <a:tabLst>
                <a:tab pos="457200" algn="l"/>
              </a:tabLst>
            </a:pPr>
            <a:r>
              <a:rPr lang="en-IN" kern="100" dirty="0">
                <a:effectLst/>
                <a:latin typeface="Aptos" panose="020B0004020202020204" pitchFamily="34" charset="0"/>
                <a:ea typeface="Aptos" panose="020B0004020202020204" pitchFamily="34" charset="0"/>
                <a:cs typeface="Cordia New" panose="020B0304020202020204" pitchFamily="34" charset="-34"/>
              </a:rPr>
              <a:t>Detect high-performing product categories.</a:t>
            </a:r>
          </a:p>
          <a:p>
            <a:pPr marL="800100" lvl="1" indent="-342900">
              <a:lnSpc>
                <a:spcPct val="110000"/>
              </a:lnSpc>
              <a:spcAft>
                <a:spcPts val="800"/>
              </a:spcAft>
              <a:buSzPts val="1000"/>
              <a:buFont typeface="Symbol" panose="05050102010706020507" pitchFamily="18" charset="2"/>
              <a:buChar char=""/>
              <a:tabLst>
                <a:tab pos="457200" algn="l"/>
              </a:tabLst>
            </a:pPr>
            <a:r>
              <a:rPr lang="en-IN" kern="100" dirty="0">
                <a:effectLst/>
                <a:latin typeface="Aptos" panose="020B0004020202020204" pitchFamily="34" charset="0"/>
                <a:ea typeface="Aptos" panose="020B0004020202020204" pitchFamily="34" charset="0"/>
                <a:cs typeface="Cordia New" panose="020B0304020202020204" pitchFamily="34" charset="-34"/>
              </a:rPr>
              <a:t>Improve forecasting and inventory management.</a:t>
            </a:r>
          </a:p>
          <a:p>
            <a:pPr marL="800100" lvl="1" indent="-342900">
              <a:lnSpc>
                <a:spcPct val="110000"/>
              </a:lnSpc>
              <a:spcAft>
                <a:spcPts val="800"/>
              </a:spcAft>
              <a:buSzPts val="1000"/>
              <a:buFont typeface="Symbol" panose="05050102010706020507" pitchFamily="18" charset="2"/>
              <a:buChar char=""/>
              <a:tabLst>
                <a:tab pos="457200" algn="l"/>
              </a:tabLst>
            </a:pPr>
            <a:r>
              <a:rPr lang="en-IN" kern="100" dirty="0">
                <a:effectLst/>
                <a:latin typeface="Aptos" panose="020B0004020202020204" pitchFamily="34" charset="0"/>
                <a:ea typeface="Aptos" panose="020B0004020202020204" pitchFamily="34" charset="0"/>
                <a:cs typeface="Cordia New" panose="020B0304020202020204" pitchFamily="34" charset="-34"/>
              </a:rPr>
              <a:t>Enhance regional sales strategies by understanding customer preferences.</a:t>
            </a:r>
          </a:p>
          <a:p>
            <a:pPr>
              <a:lnSpc>
                <a:spcPct val="110000"/>
              </a:lnSpc>
            </a:pPr>
            <a:endParaRPr lang="en-IN" dirty="0"/>
          </a:p>
        </p:txBody>
      </p:sp>
      <p:pic>
        <p:nvPicPr>
          <p:cNvPr id="9" name="Graphic 8" descr="Filter">
            <a:extLst>
              <a:ext uri="{FF2B5EF4-FFF2-40B4-BE49-F238E27FC236}">
                <a16:creationId xmlns:a16="http://schemas.microsoft.com/office/drawing/2014/main" id="{BAE58804-BBD5-242E-050E-4D9292F6925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28756" y="2277991"/>
            <a:ext cx="2926098" cy="2926098"/>
          </a:xfrm>
          <a:prstGeom prst="rect">
            <a:avLst/>
          </a:prstGeom>
        </p:spPr>
      </p:pic>
      <p:sp>
        <p:nvSpPr>
          <p:cNvPr id="4" name="Title 3">
            <a:extLst>
              <a:ext uri="{FF2B5EF4-FFF2-40B4-BE49-F238E27FC236}">
                <a16:creationId xmlns:a16="http://schemas.microsoft.com/office/drawing/2014/main" id="{F6105620-64D8-8AD0-E2F8-0CA39345F0E1}"/>
              </a:ext>
            </a:extLst>
          </p:cNvPr>
          <p:cNvSpPr txBox="1">
            <a:spLocks/>
          </p:cNvSpPr>
          <p:nvPr/>
        </p:nvSpPr>
        <p:spPr>
          <a:xfrm rot="16379158">
            <a:off x="-2597111" y="2477375"/>
            <a:ext cx="3807993" cy="1049235"/>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r>
              <a:rPr lang="en-US" b="1"/>
              <a:t>Key takeaways</a:t>
            </a:r>
            <a:endParaRPr lang="en-IN" b="1" dirty="0"/>
          </a:p>
        </p:txBody>
      </p:sp>
    </p:spTree>
    <p:extLst>
      <p:ext uri="{BB962C8B-B14F-4D97-AF65-F5344CB8AC3E}">
        <p14:creationId xmlns:p14="http://schemas.microsoft.com/office/powerpoint/2010/main" val="16707289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3DDE363-B5A3-2493-84FB-2A55ACA97879}"/>
              </a:ext>
            </a:extLst>
          </p:cNvPr>
          <p:cNvSpPr>
            <a:spLocks noGrp="1"/>
          </p:cNvSpPr>
          <p:nvPr>
            <p:ph type="title"/>
          </p:nvPr>
        </p:nvSpPr>
        <p:spPr>
          <a:xfrm>
            <a:off x="1451579" y="804519"/>
            <a:ext cx="9603275" cy="1049235"/>
          </a:xfrm>
        </p:spPr>
        <p:txBody>
          <a:bodyPr>
            <a:normAutofit/>
          </a:bodyPr>
          <a:lstStyle/>
          <a:p>
            <a:r>
              <a:rPr lang="en-US" b="1" dirty="0"/>
              <a:t>Key takeaways</a:t>
            </a:r>
            <a:endParaRPr lang="en-IN" b="1" dirty="0"/>
          </a:p>
        </p:txBody>
      </p:sp>
      <p:sp>
        <p:nvSpPr>
          <p:cNvPr id="5" name="Content Placeholder 4">
            <a:extLst>
              <a:ext uri="{FF2B5EF4-FFF2-40B4-BE49-F238E27FC236}">
                <a16:creationId xmlns:a16="http://schemas.microsoft.com/office/drawing/2014/main" id="{9711B344-D01F-48C3-4AF8-E977F60C3BD3}"/>
              </a:ext>
            </a:extLst>
          </p:cNvPr>
          <p:cNvSpPr>
            <a:spLocks noGrp="1"/>
          </p:cNvSpPr>
          <p:nvPr>
            <p:ph idx="1"/>
          </p:nvPr>
        </p:nvSpPr>
        <p:spPr>
          <a:xfrm>
            <a:off x="1451579" y="2015734"/>
            <a:ext cx="6195784" cy="3450613"/>
          </a:xfrm>
        </p:spPr>
        <p:txBody>
          <a:bodyPr>
            <a:normAutofit/>
          </a:bodyPr>
          <a:lstStyle/>
          <a:p>
            <a:pPr marL="800100" lvl="1" indent="-342900">
              <a:spcAft>
                <a:spcPts val="800"/>
              </a:spcAft>
              <a:buSzPts val="1000"/>
              <a:buFont typeface="Symbol" panose="05050102010706020507" pitchFamily="18" charset="2"/>
              <a:buChar char=""/>
              <a:tabLst>
                <a:tab pos="457200" algn="l"/>
              </a:tabLst>
            </a:pPr>
            <a:r>
              <a:rPr lang="en-IN" sz="1700" kern="100">
                <a:effectLst/>
                <a:latin typeface="Aptos" panose="020B0004020202020204" pitchFamily="34" charset="0"/>
                <a:ea typeface="Aptos" panose="020B0004020202020204" pitchFamily="34" charset="0"/>
                <a:cs typeface="Cordia New" panose="020B0304020202020204" pitchFamily="34" charset="-34"/>
              </a:rPr>
              <a:t>Data accuracy is critical for strategic decision-making.</a:t>
            </a:r>
          </a:p>
          <a:p>
            <a:pPr marL="800100" lvl="1" indent="-342900">
              <a:spcAft>
                <a:spcPts val="800"/>
              </a:spcAft>
              <a:buSzPts val="1000"/>
              <a:buFont typeface="Symbol" panose="05050102010706020507" pitchFamily="18" charset="2"/>
              <a:buChar char=""/>
              <a:tabLst>
                <a:tab pos="457200" algn="l"/>
              </a:tabLst>
            </a:pPr>
            <a:r>
              <a:rPr lang="en-IN" sz="1700" kern="100">
                <a:effectLst/>
                <a:latin typeface="Aptos" panose="020B0004020202020204" pitchFamily="34" charset="0"/>
                <a:ea typeface="Aptos" panose="020B0004020202020204" pitchFamily="34" charset="0"/>
                <a:cs typeface="Cordia New" panose="020B0304020202020204" pitchFamily="34" charset="-34"/>
              </a:rPr>
              <a:t>Cleaning data helps prevent misleading insights.</a:t>
            </a:r>
          </a:p>
          <a:p>
            <a:pPr marL="800100" lvl="1" indent="-342900">
              <a:spcAft>
                <a:spcPts val="800"/>
              </a:spcAft>
              <a:buSzPts val="1000"/>
              <a:buFont typeface="Symbol" panose="05050102010706020507" pitchFamily="18" charset="2"/>
              <a:buChar char=""/>
              <a:tabLst>
                <a:tab pos="457200" algn="l"/>
              </a:tabLst>
            </a:pPr>
            <a:r>
              <a:rPr lang="en-IN" sz="1700" kern="100">
                <a:effectLst/>
                <a:latin typeface="Aptos" panose="020B0004020202020204" pitchFamily="34" charset="0"/>
                <a:ea typeface="Aptos" panose="020B0004020202020204" pitchFamily="34" charset="0"/>
                <a:cs typeface="Cordia New" panose="020B0304020202020204" pitchFamily="34" charset="-34"/>
              </a:rPr>
              <a:t>Standardized timestamps enable time-based sales analysis.</a:t>
            </a:r>
          </a:p>
          <a:p>
            <a:pPr marL="0" marR="0" indent="0">
              <a:spcAft>
                <a:spcPts val="800"/>
              </a:spcAft>
              <a:buNone/>
            </a:pPr>
            <a:r>
              <a:rPr lang="en-IN" sz="1700" kern="100">
                <a:effectLst/>
                <a:latin typeface="Aptos" panose="020B0004020202020204" pitchFamily="34" charset="0"/>
                <a:ea typeface="Aptos" panose="020B0004020202020204" pitchFamily="34" charset="0"/>
                <a:cs typeface="Cordia New" panose="020B0304020202020204" pitchFamily="34" charset="-34"/>
              </a:rPr>
              <a:t>By implementing these data cleaning practices, Speedy Wheels successfully improved its sales analysis and boosted revenue by optimizing its operations.</a:t>
            </a:r>
          </a:p>
        </p:txBody>
      </p:sp>
      <p:pic>
        <p:nvPicPr>
          <p:cNvPr id="11" name="Graphic 10" descr="Gauge">
            <a:extLst>
              <a:ext uri="{FF2B5EF4-FFF2-40B4-BE49-F238E27FC236}">
                <a16:creationId xmlns:a16="http://schemas.microsoft.com/office/drawing/2014/main" id="{25A73ADF-A878-E02C-5519-08AA6899C21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28756" y="2277991"/>
            <a:ext cx="2926098" cy="2926098"/>
          </a:xfrm>
          <a:prstGeom prst="rect">
            <a:avLst/>
          </a:prstGeom>
        </p:spPr>
      </p:pic>
    </p:spTree>
    <p:extLst>
      <p:ext uri="{BB962C8B-B14F-4D97-AF65-F5344CB8AC3E}">
        <p14:creationId xmlns:p14="http://schemas.microsoft.com/office/powerpoint/2010/main" val="255812359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Gallery</Template>
  <TotalTime>495</TotalTime>
  <Words>2382</Words>
  <Application>Microsoft Office PowerPoint</Application>
  <PresentationFormat>Widescreen</PresentationFormat>
  <Paragraphs>384</Paragraphs>
  <Slides>49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49</vt:i4>
      </vt:variant>
    </vt:vector>
  </HeadingPairs>
  <TitlesOfParts>
    <vt:vector size="55" baseType="lpstr">
      <vt:lpstr>DengXian Light</vt:lpstr>
      <vt:lpstr>Aptos</vt:lpstr>
      <vt:lpstr>Arial</vt:lpstr>
      <vt:lpstr>Gill Sans MT</vt:lpstr>
      <vt:lpstr>Symbol</vt:lpstr>
      <vt:lpstr>Gallery</vt:lpstr>
      <vt:lpstr>Data Fundamentals for Business Analysis </vt:lpstr>
      <vt:lpstr>Introduction</vt:lpstr>
      <vt:lpstr>Data as a Business Asset</vt:lpstr>
      <vt:lpstr> Importance of Data in Decision-Making </vt:lpstr>
      <vt:lpstr>Benefits of Data Analysis </vt:lpstr>
      <vt:lpstr>Examples of Data-Driven Decision-Making</vt:lpstr>
      <vt:lpstr>Some famous quotes</vt:lpstr>
      <vt:lpstr>Retail Industry</vt:lpstr>
      <vt:lpstr>Healthcare Industry</vt:lpstr>
      <vt:lpstr>Finance &amp; Banking</vt:lpstr>
      <vt:lpstr>Manufacturing &amp; Supply Chain</vt:lpstr>
      <vt:lpstr>Marketing &amp; Advertising</vt:lpstr>
      <vt:lpstr>Education &amp; E-Learning</vt:lpstr>
      <vt:lpstr>Data Collection and Cleaning</vt:lpstr>
      <vt:lpstr>Data Collection overview</vt:lpstr>
      <vt:lpstr>Basic Data Collection Techniques</vt:lpstr>
      <vt:lpstr>Basic Data Collection Techniques</vt:lpstr>
      <vt:lpstr>Basic Data Cleaning Techniques </vt:lpstr>
      <vt:lpstr>Handling Missing Data</vt:lpstr>
      <vt:lpstr>Removing Duplicates </vt:lpstr>
      <vt:lpstr>Correcting Inconsistent Data </vt:lpstr>
      <vt:lpstr>Handling Outliers </vt:lpstr>
      <vt:lpstr>Data Type Conversion </vt:lpstr>
      <vt:lpstr>Key Takeaways </vt:lpstr>
      <vt:lpstr>Exercise</vt:lpstr>
      <vt:lpstr>Case Study - Pen &amp; Paper Supplies </vt:lpstr>
      <vt:lpstr>Problem Statement</vt:lpstr>
      <vt:lpstr>Data Cleaning Process </vt:lpstr>
      <vt:lpstr>Outcome</vt:lpstr>
      <vt:lpstr>Key takeaways</vt:lpstr>
      <vt:lpstr>Data Visualization</vt:lpstr>
      <vt:lpstr>Introduction to Data Visualization Tools </vt:lpstr>
      <vt:lpstr>MS EXCEL </vt:lpstr>
      <vt:lpstr> POWER BI</vt:lpstr>
      <vt:lpstr> Looker</vt:lpstr>
      <vt:lpstr> TABLEAU</vt:lpstr>
      <vt:lpstr> PYTHON LIBRARIES (PLOTLY, MATPLOTLIB,SEABORN) </vt:lpstr>
      <vt:lpstr>Types of Data Visualizations </vt:lpstr>
      <vt:lpstr>Bar charts</vt:lpstr>
      <vt:lpstr>Line charts</vt:lpstr>
      <vt:lpstr>PIE charts</vt:lpstr>
      <vt:lpstr>SCATTER PLOTS</vt:lpstr>
      <vt:lpstr>HEATMAPS</vt:lpstr>
      <vt:lpstr>Hands-On Exercise - Data Cleaning &amp; Visualization </vt:lpstr>
      <vt:lpstr>Case Study - Speedy Wheels Cycle Store </vt:lpstr>
      <vt:lpstr>Problem statement</vt:lpstr>
      <vt:lpstr>Data cleaning process</vt:lpstr>
      <vt:lpstr>outcome</vt:lpstr>
      <vt:lpstr>Key 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Akshay Raj</dc:creator>
  <cp:lastModifiedBy>Akshay Raj</cp:lastModifiedBy>
  <cp:revision>18</cp:revision>
  <dcterms:created xsi:type="dcterms:W3CDTF">2025-02-16T16:29:38Z</dcterms:created>
  <dcterms:modified xsi:type="dcterms:W3CDTF">2025-02-17T11:22:48Z</dcterms:modified>
</cp:coreProperties>
</file>