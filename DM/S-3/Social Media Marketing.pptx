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04" r:id="rId6"/>
    <p:sldId id="307" r:id="rId7"/>
    <p:sldId id="323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14" r:id="rId17"/>
    <p:sldId id="297" r:id="rId1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388" autoAdjust="0"/>
  </p:normalViewPr>
  <p:slideViewPr>
    <p:cSldViewPr snapToGrid="0" snapToObjects="1">
      <p:cViewPr varScale="1">
        <p:scale>
          <a:sx n="72" d="100"/>
          <a:sy n="72" d="100"/>
        </p:scale>
        <p:origin x="660" y="6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image" Target="../media/image19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image" Target="../media/image19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A819C3-B20D-410A-B064-1A03AB7E1556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745120-F221-495F-856D-C6B9DAA8EE5C}">
      <dgm:prSet phldrT="[Text]"/>
      <dgm:spPr/>
      <dgm:t>
        <a:bodyPr/>
        <a:lstStyle/>
        <a:p>
          <a:r>
            <a:rPr lang="en-US" dirty="0"/>
            <a:t>Set Goals</a:t>
          </a:r>
        </a:p>
      </dgm:t>
    </dgm:pt>
    <dgm:pt modelId="{03921BE0-6C0A-4206-84A0-6C8B1845D923}" type="parTrans" cxnId="{2486BFF1-A5A0-446A-A4DB-76222D5FFCF2}">
      <dgm:prSet/>
      <dgm:spPr/>
      <dgm:t>
        <a:bodyPr/>
        <a:lstStyle/>
        <a:p>
          <a:endParaRPr lang="en-US"/>
        </a:p>
      </dgm:t>
    </dgm:pt>
    <dgm:pt modelId="{E3007BC2-45E8-4EBC-B236-C1A987234D1C}" type="sibTrans" cxnId="{2486BFF1-A5A0-446A-A4DB-76222D5FFCF2}">
      <dgm:prSet/>
      <dgm:spPr/>
      <dgm:t>
        <a:bodyPr/>
        <a:lstStyle/>
        <a:p>
          <a:endParaRPr lang="en-US"/>
        </a:p>
      </dgm:t>
    </dgm:pt>
    <dgm:pt modelId="{6BDE7549-D492-4A3A-8AB3-74663C5F9981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Brand Awareness</a:t>
          </a:r>
        </a:p>
      </dgm:t>
    </dgm:pt>
    <dgm:pt modelId="{F42AD222-D531-4268-850D-BF4BEB89A72F}" type="parTrans" cxnId="{8D68189D-2A24-4481-9F07-47200A9A31ED}">
      <dgm:prSet/>
      <dgm:spPr/>
      <dgm:t>
        <a:bodyPr/>
        <a:lstStyle/>
        <a:p>
          <a:endParaRPr lang="en-US"/>
        </a:p>
      </dgm:t>
    </dgm:pt>
    <dgm:pt modelId="{A228B7A7-5258-4341-9F1A-7E4078FFDDD2}" type="sibTrans" cxnId="{8D68189D-2A24-4481-9F07-47200A9A31ED}">
      <dgm:prSet/>
      <dgm:spPr/>
      <dgm:t>
        <a:bodyPr/>
        <a:lstStyle/>
        <a:p>
          <a:endParaRPr lang="en-US"/>
        </a:p>
      </dgm:t>
    </dgm:pt>
    <dgm:pt modelId="{2A06D0C2-FAAE-4564-B0F0-FDCB776D345A}">
      <dgm:prSet phldrT="[Text]"/>
      <dgm:spPr/>
      <dgm:t>
        <a:bodyPr/>
        <a:lstStyle/>
        <a:p>
          <a:r>
            <a:rPr lang="en-US" dirty="0"/>
            <a:t>Know your audience</a:t>
          </a:r>
        </a:p>
      </dgm:t>
    </dgm:pt>
    <dgm:pt modelId="{E7B27616-C94C-4B29-AE9F-70E0805E57B7}" type="parTrans" cxnId="{68ACDF3B-0BD4-44DA-A97E-CFA1EAD98E98}">
      <dgm:prSet/>
      <dgm:spPr/>
      <dgm:t>
        <a:bodyPr/>
        <a:lstStyle/>
        <a:p>
          <a:endParaRPr lang="en-US"/>
        </a:p>
      </dgm:t>
    </dgm:pt>
    <dgm:pt modelId="{49CCA748-11CF-412E-A7F9-56314CC0957F}" type="sibTrans" cxnId="{68ACDF3B-0BD4-44DA-A97E-CFA1EAD98E98}">
      <dgm:prSet/>
      <dgm:spPr/>
      <dgm:t>
        <a:bodyPr/>
        <a:lstStyle/>
        <a:p>
          <a:endParaRPr lang="en-US"/>
        </a:p>
      </dgm:t>
    </dgm:pt>
    <dgm:pt modelId="{338D6A7D-F57A-4C45-AA20-65BBAAC9292A}">
      <dgm:prSet phldrT="[Text]"/>
      <dgm:spPr/>
      <dgm:t>
        <a:bodyPr/>
        <a:lstStyle/>
        <a:p>
          <a:r>
            <a:rPr lang="en-US" dirty="0"/>
            <a:t>Choose Platforms</a:t>
          </a:r>
        </a:p>
      </dgm:t>
    </dgm:pt>
    <dgm:pt modelId="{0B200EA1-E7F3-4349-8E80-0CF3A60759BC}" type="parTrans" cxnId="{290539FC-1F15-4ECE-A254-912408B94750}">
      <dgm:prSet/>
      <dgm:spPr/>
      <dgm:t>
        <a:bodyPr/>
        <a:lstStyle/>
        <a:p>
          <a:endParaRPr lang="en-US"/>
        </a:p>
      </dgm:t>
    </dgm:pt>
    <dgm:pt modelId="{9CA8D127-1519-4233-A2F1-09AC55DC4EFB}" type="sibTrans" cxnId="{290539FC-1F15-4ECE-A254-912408B94750}">
      <dgm:prSet/>
      <dgm:spPr/>
      <dgm:t>
        <a:bodyPr/>
        <a:lstStyle/>
        <a:p>
          <a:endParaRPr lang="en-US"/>
        </a:p>
      </dgm:t>
    </dgm:pt>
    <dgm:pt modelId="{289A73FF-FD9F-4B59-80A7-FE812BA5965C}">
      <dgm:prSet phldrT="[Text]"/>
      <dgm:spPr/>
      <dgm:t>
        <a:bodyPr/>
        <a:lstStyle/>
        <a:p>
          <a:r>
            <a:rPr lang="en-US" dirty="0"/>
            <a:t>Create Content Plan</a:t>
          </a:r>
        </a:p>
      </dgm:t>
    </dgm:pt>
    <dgm:pt modelId="{C12B1951-E98B-4CD4-A43B-2C976533646C}" type="parTrans" cxnId="{4D547B6C-8722-4DDC-8FBC-ADEBA7DBE1F3}">
      <dgm:prSet/>
      <dgm:spPr/>
      <dgm:t>
        <a:bodyPr/>
        <a:lstStyle/>
        <a:p>
          <a:endParaRPr lang="en-US"/>
        </a:p>
      </dgm:t>
    </dgm:pt>
    <dgm:pt modelId="{6C3134F0-C4F2-45D0-A0E0-264D56325778}" type="sibTrans" cxnId="{4D547B6C-8722-4DDC-8FBC-ADEBA7DBE1F3}">
      <dgm:prSet/>
      <dgm:spPr/>
      <dgm:t>
        <a:bodyPr/>
        <a:lstStyle/>
        <a:p>
          <a:endParaRPr lang="en-US"/>
        </a:p>
      </dgm:t>
    </dgm:pt>
    <dgm:pt modelId="{DE676D55-FB82-4D79-85E6-606583FCB723}">
      <dgm:prSet phldrT="[Text]"/>
      <dgm:spPr/>
      <dgm:t>
        <a:bodyPr/>
        <a:lstStyle/>
        <a:p>
          <a:r>
            <a:rPr lang="en-US" dirty="0"/>
            <a:t>Monitor and adjust</a:t>
          </a:r>
        </a:p>
      </dgm:t>
    </dgm:pt>
    <dgm:pt modelId="{1B56F14B-55BA-4B37-9AA5-DB9D05561EA1}" type="parTrans" cxnId="{5763E543-E20D-481E-AB57-A7096434624D}">
      <dgm:prSet/>
      <dgm:spPr/>
      <dgm:t>
        <a:bodyPr/>
        <a:lstStyle/>
        <a:p>
          <a:endParaRPr lang="en-US"/>
        </a:p>
      </dgm:t>
    </dgm:pt>
    <dgm:pt modelId="{D0BAC433-80AB-4204-BC72-38CCD0DD035E}" type="sibTrans" cxnId="{5763E543-E20D-481E-AB57-A7096434624D}">
      <dgm:prSet/>
      <dgm:spPr/>
      <dgm:t>
        <a:bodyPr/>
        <a:lstStyle/>
        <a:p>
          <a:endParaRPr lang="en-US"/>
        </a:p>
      </dgm:t>
    </dgm:pt>
    <dgm:pt modelId="{267E98FE-427A-48A2-A6EB-13B907F31A46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Lead Generation</a:t>
          </a:r>
        </a:p>
      </dgm:t>
    </dgm:pt>
    <dgm:pt modelId="{EF64D376-E2E8-4B5A-9AE9-B756F88DEACB}" type="parTrans" cxnId="{058F906C-BD34-49B5-B142-3FB2F4D48160}">
      <dgm:prSet/>
      <dgm:spPr/>
      <dgm:t>
        <a:bodyPr/>
        <a:lstStyle/>
        <a:p>
          <a:endParaRPr lang="en-US"/>
        </a:p>
      </dgm:t>
    </dgm:pt>
    <dgm:pt modelId="{B528C7D8-C884-4614-ADDB-314E4C235510}" type="sibTrans" cxnId="{058F906C-BD34-49B5-B142-3FB2F4D48160}">
      <dgm:prSet/>
      <dgm:spPr/>
      <dgm:t>
        <a:bodyPr/>
        <a:lstStyle/>
        <a:p>
          <a:endParaRPr lang="en-US"/>
        </a:p>
      </dgm:t>
    </dgm:pt>
    <dgm:pt modelId="{0426BE43-9F1E-4B20-8A2B-CA46625E6F49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Customer Loyalty</a:t>
          </a:r>
        </a:p>
      </dgm:t>
    </dgm:pt>
    <dgm:pt modelId="{7F5D08A8-E640-4F7D-8E91-700EC7491BA2}" type="parTrans" cxnId="{C7594F3A-0424-4E15-8992-452A46BD94AA}">
      <dgm:prSet/>
      <dgm:spPr/>
      <dgm:t>
        <a:bodyPr/>
        <a:lstStyle/>
        <a:p>
          <a:endParaRPr lang="en-US"/>
        </a:p>
      </dgm:t>
    </dgm:pt>
    <dgm:pt modelId="{7956BCB3-85DB-4B62-95BD-E0CE828C8536}" type="sibTrans" cxnId="{C7594F3A-0424-4E15-8992-452A46BD94AA}">
      <dgm:prSet/>
      <dgm:spPr/>
      <dgm:t>
        <a:bodyPr/>
        <a:lstStyle/>
        <a:p>
          <a:endParaRPr lang="en-US"/>
        </a:p>
      </dgm:t>
    </dgm:pt>
    <dgm:pt modelId="{C7E45F25-997D-4DF6-A04C-0E9713543C7E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Demographics</a:t>
          </a:r>
        </a:p>
      </dgm:t>
    </dgm:pt>
    <dgm:pt modelId="{5BF7AC71-C279-4319-A9B6-DA9F71ADF102}" type="parTrans" cxnId="{A6DE1D28-CD9C-4457-BB41-7B0CE18FDEBC}">
      <dgm:prSet/>
      <dgm:spPr/>
      <dgm:t>
        <a:bodyPr/>
        <a:lstStyle/>
        <a:p>
          <a:endParaRPr lang="en-US"/>
        </a:p>
      </dgm:t>
    </dgm:pt>
    <dgm:pt modelId="{893EA106-B900-40F5-8B3D-93B8B8CD8589}" type="sibTrans" cxnId="{A6DE1D28-CD9C-4457-BB41-7B0CE18FDEBC}">
      <dgm:prSet/>
      <dgm:spPr/>
      <dgm:t>
        <a:bodyPr/>
        <a:lstStyle/>
        <a:p>
          <a:endParaRPr lang="en-US"/>
        </a:p>
      </dgm:t>
    </dgm:pt>
    <dgm:pt modelId="{AA48521B-0F1A-4E45-8D33-519A30CDDCAA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Interests</a:t>
          </a:r>
        </a:p>
      </dgm:t>
    </dgm:pt>
    <dgm:pt modelId="{F7DC23F7-D4D1-4D74-91D9-668413C00BC4}" type="parTrans" cxnId="{20DBAD55-5383-4EDB-9AF5-A573CAD0F169}">
      <dgm:prSet/>
      <dgm:spPr/>
      <dgm:t>
        <a:bodyPr/>
        <a:lstStyle/>
        <a:p>
          <a:endParaRPr lang="en-US"/>
        </a:p>
      </dgm:t>
    </dgm:pt>
    <dgm:pt modelId="{5AB05354-CED2-4AFA-B3BC-3C4AE05DF877}" type="sibTrans" cxnId="{20DBAD55-5383-4EDB-9AF5-A573CAD0F169}">
      <dgm:prSet/>
      <dgm:spPr/>
      <dgm:t>
        <a:bodyPr/>
        <a:lstStyle/>
        <a:p>
          <a:endParaRPr lang="en-US"/>
        </a:p>
      </dgm:t>
    </dgm:pt>
    <dgm:pt modelId="{26A727B6-358D-4950-968E-8D9F7F94BBD2}">
      <dgm:prSet phldrT="[Text]" custT="1"/>
      <dgm:spPr/>
      <dgm:t>
        <a:bodyPr/>
        <a:lstStyle/>
        <a:p>
          <a:r>
            <a:rPr lang="en-US" sz="1400" dirty="0" err="1">
              <a:latin typeface="Arial" panose="020B0604020202020204" pitchFamily="34" charset="0"/>
              <a:cs typeface="Arial" panose="020B0604020202020204" pitchFamily="34" charset="0"/>
            </a:rPr>
            <a:t>Behaviour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3AACB1-3691-4775-BF47-781ECA3290A6}" type="parTrans" cxnId="{1671543D-CFE3-4A2D-AAA3-691CB7406C69}">
      <dgm:prSet/>
      <dgm:spPr/>
      <dgm:t>
        <a:bodyPr/>
        <a:lstStyle/>
        <a:p>
          <a:endParaRPr lang="en-US"/>
        </a:p>
      </dgm:t>
    </dgm:pt>
    <dgm:pt modelId="{DF39AF03-F0A9-493E-B02F-57FBF049FAD3}" type="sibTrans" cxnId="{1671543D-CFE3-4A2D-AAA3-691CB7406C69}">
      <dgm:prSet/>
      <dgm:spPr/>
      <dgm:t>
        <a:bodyPr/>
        <a:lstStyle/>
        <a:p>
          <a:endParaRPr lang="en-US"/>
        </a:p>
      </dgm:t>
    </dgm:pt>
    <dgm:pt modelId="{5D109619-3B6C-4DDB-8FD1-AAF6316DFF72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LinkedIn for B2B</a:t>
          </a:r>
        </a:p>
      </dgm:t>
    </dgm:pt>
    <dgm:pt modelId="{C25899B8-2154-4F3A-97DF-7838539C3A88}" type="parTrans" cxnId="{00EFC2F5-8E64-415D-9D1B-48CAC9647952}">
      <dgm:prSet/>
      <dgm:spPr/>
      <dgm:t>
        <a:bodyPr/>
        <a:lstStyle/>
        <a:p>
          <a:endParaRPr lang="en-US"/>
        </a:p>
      </dgm:t>
    </dgm:pt>
    <dgm:pt modelId="{672ED88C-3E7B-48F5-8B3A-8B825A3BBFEB}" type="sibTrans" cxnId="{00EFC2F5-8E64-415D-9D1B-48CAC9647952}">
      <dgm:prSet/>
      <dgm:spPr/>
      <dgm:t>
        <a:bodyPr/>
        <a:lstStyle/>
        <a:p>
          <a:endParaRPr lang="en-US"/>
        </a:p>
      </dgm:t>
    </dgm:pt>
    <dgm:pt modelId="{A8850D97-2428-4995-B989-A551E1083487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Instagram for </a:t>
          </a:r>
          <a:r>
            <a:rPr lang="en-US" sz="1400" dirty="0" err="1">
              <a:latin typeface="Arial" panose="020B0604020202020204" pitchFamily="34" charset="0"/>
              <a:cs typeface="Arial" panose="020B0604020202020204" pitchFamily="34" charset="0"/>
            </a:rPr>
            <a:t>GenZ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FDB7C7-76AC-4413-9242-D75B1A67923D}" type="parTrans" cxnId="{FA0A02F0-D8C1-46A1-99CD-993F9CF831BC}">
      <dgm:prSet/>
      <dgm:spPr/>
      <dgm:t>
        <a:bodyPr/>
        <a:lstStyle/>
        <a:p>
          <a:endParaRPr lang="en-US"/>
        </a:p>
      </dgm:t>
    </dgm:pt>
    <dgm:pt modelId="{4EA9189F-B406-4B46-ACF7-F1A015F14F93}" type="sibTrans" cxnId="{FA0A02F0-D8C1-46A1-99CD-993F9CF831BC}">
      <dgm:prSet/>
      <dgm:spPr/>
      <dgm:t>
        <a:bodyPr/>
        <a:lstStyle/>
        <a:p>
          <a:endParaRPr lang="en-US"/>
        </a:p>
      </dgm:t>
    </dgm:pt>
    <dgm:pt modelId="{033B3517-BE68-4093-A7B4-854D75E562B7}">
      <dgm:prSet phldrT="[Text]" custT="1"/>
      <dgm:spPr/>
      <dgm:t>
        <a:bodyPr/>
        <a:lstStyle/>
        <a:p>
          <a:r>
            <a:rPr lang="en-US" sz="1400" dirty="0" err="1">
              <a:latin typeface="Arial" panose="020B0604020202020204" pitchFamily="34" charset="0"/>
              <a:cs typeface="Arial" panose="020B0604020202020204" pitchFamily="34" charset="0"/>
            </a:rPr>
            <a:t>Tiktok</a:t>
          </a:r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 for </a:t>
          </a:r>
          <a:r>
            <a:rPr lang="en-US" sz="1400" dirty="0" err="1">
              <a:latin typeface="Arial" panose="020B0604020202020204" pitchFamily="34" charset="0"/>
              <a:cs typeface="Arial" panose="020B0604020202020204" pitchFamily="34" charset="0"/>
            </a:rPr>
            <a:t>GenZ</a:t>
          </a:r>
          <a:endParaRPr 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4913B4-BF02-45C0-9C2D-F1A9ABF33CA0}" type="parTrans" cxnId="{F9389C69-62EC-40D3-8AA8-BF347A1A97EC}">
      <dgm:prSet/>
      <dgm:spPr/>
      <dgm:t>
        <a:bodyPr/>
        <a:lstStyle/>
        <a:p>
          <a:endParaRPr lang="en-US"/>
        </a:p>
      </dgm:t>
    </dgm:pt>
    <dgm:pt modelId="{97788E00-3EB6-4C07-AE3D-CAA140F39A40}" type="sibTrans" cxnId="{F9389C69-62EC-40D3-8AA8-BF347A1A97EC}">
      <dgm:prSet/>
      <dgm:spPr/>
      <dgm:t>
        <a:bodyPr/>
        <a:lstStyle/>
        <a:p>
          <a:endParaRPr lang="en-US"/>
        </a:p>
      </dgm:t>
    </dgm:pt>
    <dgm:pt modelId="{9BCDC991-E570-4AC0-9825-D27963B92997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Types of post.</a:t>
          </a:r>
        </a:p>
      </dgm:t>
    </dgm:pt>
    <dgm:pt modelId="{5265BF6D-7B5B-4377-8CB7-CBB1385BE93D}" type="parTrans" cxnId="{7AF4281B-E43D-4AC3-B523-6961F0D48875}">
      <dgm:prSet/>
      <dgm:spPr/>
      <dgm:t>
        <a:bodyPr/>
        <a:lstStyle/>
        <a:p>
          <a:endParaRPr lang="en-US"/>
        </a:p>
      </dgm:t>
    </dgm:pt>
    <dgm:pt modelId="{BF7D022B-3D4F-4C73-B76F-8518C78E0A67}" type="sibTrans" cxnId="{7AF4281B-E43D-4AC3-B523-6961F0D48875}">
      <dgm:prSet/>
      <dgm:spPr/>
      <dgm:t>
        <a:bodyPr/>
        <a:lstStyle/>
        <a:p>
          <a:endParaRPr lang="en-US"/>
        </a:p>
      </dgm:t>
    </dgm:pt>
    <dgm:pt modelId="{902297B9-C8FF-4758-AC3D-80B5A5767D92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Frequency.</a:t>
          </a:r>
        </a:p>
      </dgm:t>
    </dgm:pt>
    <dgm:pt modelId="{DA3FCCF7-81C8-4DC2-BEE9-42B2F1D39066}" type="parTrans" cxnId="{48F89224-5064-4A8C-B309-34B8410AC553}">
      <dgm:prSet/>
      <dgm:spPr/>
      <dgm:t>
        <a:bodyPr/>
        <a:lstStyle/>
        <a:p>
          <a:endParaRPr lang="en-US"/>
        </a:p>
      </dgm:t>
    </dgm:pt>
    <dgm:pt modelId="{47FCC12B-4E42-41FF-A2E2-304B547B5CFA}" type="sibTrans" cxnId="{48F89224-5064-4A8C-B309-34B8410AC553}">
      <dgm:prSet/>
      <dgm:spPr/>
      <dgm:t>
        <a:bodyPr/>
        <a:lstStyle/>
        <a:p>
          <a:endParaRPr lang="en-US"/>
        </a:p>
      </dgm:t>
    </dgm:pt>
    <dgm:pt modelId="{971C36B3-5B8E-4B7B-92C3-70BC6D7F74C4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Tone of voice.</a:t>
          </a:r>
        </a:p>
      </dgm:t>
    </dgm:pt>
    <dgm:pt modelId="{B58A56F0-1FAC-42B3-BE77-BA1769D1C385}" type="parTrans" cxnId="{39AEFA76-691D-42A3-8D00-87A6F91ECFB4}">
      <dgm:prSet/>
      <dgm:spPr/>
      <dgm:t>
        <a:bodyPr/>
        <a:lstStyle/>
        <a:p>
          <a:endParaRPr lang="en-US"/>
        </a:p>
      </dgm:t>
    </dgm:pt>
    <dgm:pt modelId="{350987DD-5493-4D05-948B-EB3E91F1D9ED}" type="sibTrans" cxnId="{39AEFA76-691D-42A3-8D00-87A6F91ECFB4}">
      <dgm:prSet/>
      <dgm:spPr/>
      <dgm:t>
        <a:bodyPr/>
        <a:lstStyle/>
        <a:p>
          <a:endParaRPr lang="en-US"/>
        </a:p>
      </dgm:t>
    </dgm:pt>
    <dgm:pt modelId="{09B8CB81-62A0-40FC-A7AF-7F3173BFCF09}">
      <dgm:prSet phldrT="[Text]"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Analytics</a:t>
          </a:r>
        </a:p>
      </dgm:t>
    </dgm:pt>
    <dgm:pt modelId="{7D5B8BB1-0464-4AED-8E04-547FB07E62D8}" type="parTrans" cxnId="{80717759-A0FB-478C-B714-676808500668}">
      <dgm:prSet/>
      <dgm:spPr/>
      <dgm:t>
        <a:bodyPr/>
        <a:lstStyle/>
        <a:p>
          <a:endParaRPr lang="en-US"/>
        </a:p>
      </dgm:t>
    </dgm:pt>
    <dgm:pt modelId="{978D43E5-847C-4962-8157-40B8F04D264F}" type="sibTrans" cxnId="{80717759-A0FB-478C-B714-676808500668}">
      <dgm:prSet/>
      <dgm:spPr/>
      <dgm:t>
        <a:bodyPr/>
        <a:lstStyle/>
        <a:p>
          <a:endParaRPr lang="en-US"/>
        </a:p>
      </dgm:t>
    </dgm:pt>
    <dgm:pt modelId="{54978678-F9FE-405B-B1A9-66E34BB84452}" type="pres">
      <dgm:prSet presAssocID="{40A819C3-B20D-410A-B064-1A03AB7E1556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DF152E0-8093-4AB8-BF8C-2BE2E00EBC37}" type="pres">
      <dgm:prSet presAssocID="{F8745120-F221-495F-856D-C6B9DAA8EE5C}" presName="circle1" presStyleLbl="node1" presStyleIdx="0" presStyleCnt="5"/>
      <dgm:spPr/>
    </dgm:pt>
    <dgm:pt modelId="{30D732D2-C2B4-47E3-B502-B6F086CF8D0C}" type="pres">
      <dgm:prSet presAssocID="{F8745120-F221-495F-856D-C6B9DAA8EE5C}" presName="space" presStyleCnt="0"/>
      <dgm:spPr/>
    </dgm:pt>
    <dgm:pt modelId="{BD8C117F-4440-475A-8DAA-FAC2470CCF56}" type="pres">
      <dgm:prSet presAssocID="{F8745120-F221-495F-856D-C6B9DAA8EE5C}" presName="rect1" presStyleLbl="alignAcc1" presStyleIdx="0" presStyleCnt="5"/>
      <dgm:spPr/>
    </dgm:pt>
    <dgm:pt modelId="{351A9A93-7A5C-4457-B5C9-29EAF967562C}" type="pres">
      <dgm:prSet presAssocID="{2A06D0C2-FAAE-4564-B0F0-FDCB776D345A}" presName="vertSpace2" presStyleLbl="node1" presStyleIdx="0" presStyleCnt="5"/>
      <dgm:spPr/>
    </dgm:pt>
    <dgm:pt modelId="{5C66DECF-8B1B-4D95-BD25-C95345A39E23}" type="pres">
      <dgm:prSet presAssocID="{2A06D0C2-FAAE-4564-B0F0-FDCB776D345A}" presName="circle2" presStyleLbl="node1" presStyleIdx="1" presStyleCnt="5"/>
      <dgm:spPr/>
    </dgm:pt>
    <dgm:pt modelId="{6E260A75-B5E7-4844-A97E-CD0FE4D16448}" type="pres">
      <dgm:prSet presAssocID="{2A06D0C2-FAAE-4564-B0F0-FDCB776D345A}" presName="rect2" presStyleLbl="alignAcc1" presStyleIdx="1" presStyleCnt="5"/>
      <dgm:spPr/>
    </dgm:pt>
    <dgm:pt modelId="{4337C18B-86DB-456E-8B67-D79E584246C9}" type="pres">
      <dgm:prSet presAssocID="{338D6A7D-F57A-4C45-AA20-65BBAAC9292A}" presName="vertSpace3" presStyleLbl="node1" presStyleIdx="1" presStyleCnt="5"/>
      <dgm:spPr/>
    </dgm:pt>
    <dgm:pt modelId="{89847AF2-51F6-4BEF-88D2-9D6C4FFE8699}" type="pres">
      <dgm:prSet presAssocID="{338D6A7D-F57A-4C45-AA20-65BBAAC9292A}" presName="circle3" presStyleLbl="node1" presStyleIdx="2" presStyleCnt="5"/>
      <dgm:spPr/>
    </dgm:pt>
    <dgm:pt modelId="{8EF29CA0-C5E6-4E0B-999B-A04E81337219}" type="pres">
      <dgm:prSet presAssocID="{338D6A7D-F57A-4C45-AA20-65BBAAC9292A}" presName="rect3" presStyleLbl="alignAcc1" presStyleIdx="2" presStyleCnt="5"/>
      <dgm:spPr/>
    </dgm:pt>
    <dgm:pt modelId="{2A6FCB8F-7429-4B37-A2E1-39DBC85B901B}" type="pres">
      <dgm:prSet presAssocID="{289A73FF-FD9F-4B59-80A7-FE812BA5965C}" presName="vertSpace4" presStyleLbl="node1" presStyleIdx="2" presStyleCnt="5"/>
      <dgm:spPr/>
    </dgm:pt>
    <dgm:pt modelId="{BE6EB616-0549-4317-9C81-212E1BE6876C}" type="pres">
      <dgm:prSet presAssocID="{289A73FF-FD9F-4B59-80A7-FE812BA5965C}" presName="circle4" presStyleLbl="node1" presStyleIdx="3" presStyleCnt="5"/>
      <dgm:spPr/>
    </dgm:pt>
    <dgm:pt modelId="{F18D3D53-6D6E-4A69-AF4F-BC16837F26E6}" type="pres">
      <dgm:prSet presAssocID="{289A73FF-FD9F-4B59-80A7-FE812BA5965C}" presName="rect4" presStyleLbl="alignAcc1" presStyleIdx="3" presStyleCnt="5"/>
      <dgm:spPr/>
    </dgm:pt>
    <dgm:pt modelId="{A327ACCA-66DE-48D0-A2B7-546BB53A8F8D}" type="pres">
      <dgm:prSet presAssocID="{DE676D55-FB82-4D79-85E6-606583FCB723}" presName="vertSpace5" presStyleLbl="node1" presStyleIdx="3" presStyleCnt="5"/>
      <dgm:spPr/>
    </dgm:pt>
    <dgm:pt modelId="{1DC49994-49B7-496A-85CF-0AA96310F5B6}" type="pres">
      <dgm:prSet presAssocID="{DE676D55-FB82-4D79-85E6-606583FCB723}" presName="circle5" presStyleLbl="node1" presStyleIdx="4" presStyleCnt="5"/>
      <dgm:spPr/>
    </dgm:pt>
    <dgm:pt modelId="{2F54BC85-7F15-46A5-8365-0DF8DA1A50C0}" type="pres">
      <dgm:prSet presAssocID="{DE676D55-FB82-4D79-85E6-606583FCB723}" presName="rect5" presStyleLbl="alignAcc1" presStyleIdx="4" presStyleCnt="5"/>
      <dgm:spPr/>
    </dgm:pt>
    <dgm:pt modelId="{331F6E1D-B014-4251-ACC1-AB2F0BA049A8}" type="pres">
      <dgm:prSet presAssocID="{F8745120-F221-495F-856D-C6B9DAA8EE5C}" presName="rect1ParTx" presStyleLbl="alignAcc1" presStyleIdx="4" presStyleCnt="5">
        <dgm:presLayoutVars>
          <dgm:chMax val="1"/>
          <dgm:bulletEnabled val="1"/>
        </dgm:presLayoutVars>
      </dgm:prSet>
      <dgm:spPr/>
    </dgm:pt>
    <dgm:pt modelId="{8E81F244-7DC1-4954-8003-4DEBFE270A93}" type="pres">
      <dgm:prSet presAssocID="{F8745120-F221-495F-856D-C6B9DAA8EE5C}" presName="rect1ChTx" presStyleLbl="alignAcc1" presStyleIdx="4" presStyleCnt="5">
        <dgm:presLayoutVars>
          <dgm:bulletEnabled val="1"/>
        </dgm:presLayoutVars>
      </dgm:prSet>
      <dgm:spPr/>
    </dgm:pt>
    <dgm:pt modelId="{52022DA3-3717-4B59-8FE3-F23D0860DB74}" type="pres">
      <dgm:prSet presAssocID="{2A06D0C2-FAAE-4564-B0F0-FDCB776D345A}" presName="rect2ParTx" presStyleLbl="alignAcc1" presStyleIdx="4" presStyleCnt="5">
        <dgm:presLayoutVars>
          <dgm:chMax val="1"/>
          <dgm:bulletEnabled val="1"/>
        </dgm:presLayoutVars>
      </dgm:prSet>
      <dgm:spPr/>
    </dgm:pt>
    <dgm:pt modelId="{C1C4443C-1C02-44DD-8CE7-AED95DA8B89B}" type="pres">
      <dgm:prSet presAssocID="{2A06D0C2-FAAE-4564-B0F0-FDCB776D345A}" presName="rect2ChTx" presStyleLbl="alignAcc1" presStyleIdx="4" presStyleCnt="5">
        <dgm:presLayoutVars>
          <dgm:bulletEnabled val="1"/>
        </dgm:presLayoutVars>
      </dgm:prSet>
      <dgm:spPr/>
    </dgm:pt>
    <dgm:pt modelId="{B046239D-38B5-4103-B1E1-D31C9E225B25}" type="pres">
      <dgm:prSet presAssocID="{338D6A7D-F57A-4C45-AA20-65BBAAC9292A}" presName="rect3ParTx" presStyleLbl="alignAcc1" presStyleIdx="4" presStyleCnt="5">
        <dgm:presLayoutVars>
          <dgm:chMax val="1"/>
          <dgm:bulletEnabled val="1"/>
        </dgm:presLayoutVars>
      </dgm:prSet>
      <dgm:spPr/>
    </dgm:pt>
    <dgm:pt modelId="{BABA7E44-D823-419C-863B-870FAA3141A7}" type="pres">
      <dgm:prSet presAssocID="{338D6A7D-F57A-4C45-AA20-65BBAAC9292A}" presName="rect3ChTx" presStyleLbl="alignAcc1" presStyleIdx="4" presStyleCnt="5">
        <dgm:presLayoutVars>
          <dgm:bulletEnabled val="1"/>
        </dgm:presLayoutVars>
      </dgm:prSet>
      <dgm:spPr/>
    </dgm:pt>
    <dgm:pt modelId="{1E883A58-CD3A-4C9D-B635-0D56F7DE1CE8}" type="pres">
      <dgm:prSet presAssocID="{289A73FF-FD9F-4B59-80A7-FE812BA5965C}" presName="rect4ParTx" presStyleLbl="alignAcc1" presStyleIdx="4" presStyleCnt="5">
        <dgm:presLayoutVars>
          <dgm:chMax val="1"/>
          <dgm:bulletEnabled val="1"/>
        </dgm:presLayoutVars>
      </dgm:prSet>
      <dgm:spPr/>
    </dgm:pt>
    <dgm:pt modelId="{8D792F4C-28A8-4197-A515-42C58C464624}" type="pres">
      <dgm:prSet presAssocID="{289A73FF-FD9F-4B59-80A7-FE812BA5965C}" presName="rect4ChTx" presStyleLbl="alignAcc1" presStyleIdx="4" presStyleCnt="5">
        <dgm:presLayoutVars>
          <dgm:bulletEnabled val="1"/>
        </dgm:presLayoutVars>
      </dgm:prSet>
      <dgm:spPr/>
    </dgm:pt>
    <dgm:pt modelId="{78117FCF-CBF0-4E57-96E8-D9CAF34A33F5}" type="pres">
      <dgm:prSet presAssocID="{DE676D55-FB82-4D79-85E6-606583FCB723}" presName="rect5ParTx" presStyleLbl="alignAcc1" presStyleIdx="4" presStyleCnt="5">
        <dgm:presLayoutVars>
          <dgm:chMax val="1"/>
          <dgm:bulletEnabled val="1"/>
        </dgm:presLayoutVars>
      </dgm:prSet>
      <dgm:spPr/>
    </dgm:pt>
    <dgm:pt modelId="{8C489753-5F86-44CC-87AF-E72C0C73FD63}" type="pres">
      <dgm:prSet presAssocID="{DE676D55-FB82-4D79-85E6-606583FCB723}" presName="rect5ChTx" presStyleLbl="alignAcc1" presStyleIdx="4" presStyleCnt="5">
        <dgm:presLayoutVars>
          <dgm:bulletEnabled val="1"/>
        </dgm:presLayoutVars>
      </dgm:prSet>
      <dgm:spPr/>
    </dgm:pt>
  </dgm:ptLst>
  <dgm:cxnLst>
    <dgm:cxn modelId="{5B9E1B0A-5162-4364-AA40-6BB5AFBD5011}" type="presOf" srcId="{971C36B3-5B8E-4B7B-92C3-70BC6D7F74C4}" destId="{8D792F4C-28A8-4197-A515-42C58C464624}" srcOrd="0" destOrd="2" presId="urn:microsoft.com/office/officeart/2005/8/layout/target3"/>
    <dgm:cxn modelId="{55B4A310-FBD0-4537-9AF6-37DE549BA88F}" type="presOf" srcId="{DE676D55-FB82-4D79-85E6-606583FCB723}" destId="{78117FCF-CBF0-4E57-96E8-D9CAF34A33F5}" srcOrd="1" destOrd="0" presId="urn:microsoft.com/office/officeart/2005/8/layout/target3"/>
    <dgm:cxn modelId="{7AF4281B-E43D-4AC3-B523-6961F0D48875}" srcId="{289A73FF-FD9F-4B59-80A7-FE812BA5965C}" destId="{9BCDC991-E570-4AC0-9825-D27963B92997}" srcOrd="0" destOrd="0" parTransId="{5265BF6D-7B5B-4377-8CB7-CBB1385BE93D}" sibTransId="{BF7D022B-3D4F-4C73-B76F-8518C78E0A67}"/>
    <dgm:cxn modelId="{B4A9B521-F7E9-474D-B7E9-0EF77E1E13A2}" type="presOf" srcId="{40A819C3-B20D-410A-B064-1A03AB7E1556}" destId="{54978678-F9FE-405B-B1A9-66E34BB84452}" srcOrd="0" destOrd="0" presId="urn:microsoft.com/office/officeart/2005/8/layout/target3"/>
    <dgm:cxn modelId="{48F89224-5064-4A8C-B309-34B8410AC553}" srcId="{289A73FF-FD9F-4B59-80A7-FE812BA5965C}" destId="{902297B9-C8FF-4758-AC3D-80B5A5767D92}" srcOrd="1" destOrd="0" parTransId="{DA3FCCF7-81C8-4DC2-BEE9-42B2F1D39066}" sibTransId="{47FCC12B-4E42-41FF-A2E2-304B547B5CFA}"/>
    <dgm:cxn modelId="{A6DE1D28-CD9C-4457-BB41-7B0CE18FDEBC}" srcId="{2A06D0C2-FAAE-4564-B0F0-FDCB776D345A}" destId="{C7E45F25-997D-4DF6-A04C-0E9713543C7E}" srcOrd="0" destOrd="0" parTransId="{5BF7AC71-C279-4319-A9B6-DA9F71ADF102}" sibTransId="{893EA106-B900-40F5-8B3D-93B8B8CD8589}"/>
    <dgm:cxn modelId="{16D8682B-4299-497A-9F69-1D852B217D23}" type="presOf" srcId="{0426BE43-9F1E-4B20-8A2B-CA46625E6F49}" destId="{8E81F244-7DC1-4954-8003-4DEBFE270A93}" srcOrd="0" destOrd="2" presId="urn:microsoft.com/office/officeart/2005/8/layout/target3"/>
    <dgm:cxn modelId="{6D035630-73F3-408A-9B19-A4BFEF4D6169}" type="presOf" srcId="{5D109619-3B6C-4DDB-8FD1-AAF6316DFF72}" destId="{BABA7E44-D823-419C-863B-870FAA3141A7}" srcOrd="0" destOrd="0" presId="urn:microsoft.com/office/officeart/2005/8/layout/target3"/>
    <dgm:cxn modelId="{FA373334-3A44-4235-B869-A60FEA91D954}" type="presOf" srcId="{902297B9-C8FF-4758-AC3D-80B5A5767D92}" destId="{8D792F4C-28A8-4197-A515-42C58C464624}" srcOrd="0" destOrd="1" presId="urn:microsoft.com/office/officeart/2005/8/layout/target3"/>
    <dgm:cxn modelId="{C7594F3A-0424-4E15-8992-452A46BD94AA}" srcId="{F8745120-F221-495F-856D-C6B9DAA8EE5C}" destId="{0426BE43-9F1E-4B20-8A2B-CA46625E6F49}" srcOrd="2" destOrd="0" parTransId="{7F5D08A8-E640-4F7D-8E91-700EC7491BA2}" sibTransId="{7956BCB3-85DB-4B62-95BD-E0CE828C8536}"/>
    <dgm:cxn modelId="{68ACDF3B-0BD4-44DA-A97E-CFA1EAD98E98}" srcId="{40A819C3-B20D-410A-B064-1A03AB7E1556}" destId="{2A06D0C2-FAAE-4564-B0F0-FDCB776D345A}" srcOrd="1" destOrd="0" parTransId="{E7B27616-C94C-4B29-AE9F-70E0805E57B7}" sibTransId="{49CCA748-11CF-412E-A7F9-56314CC0957F}"/>
    <dgm:cxn modelId="{1671543D-CFE3-4A2D-AAA3-691CB7406C69}" srcId="{2A06D0C2-FAAE-4564-B0F0-FDCB776D345A}" destId="{26A727B6-358D-4950-968E-8D9F7F94BBD2}" srcOrd="2" destOrd="0" parTransId="{B13AACB1-3691-4775-BF47-781ECA3290A6}" sibTransId="{DF39AF03-F0A9-493E-B02F-57FBF049FAD3}"/>
    <dgm:cxn modelId="{5763E543-E20D-481E-AB57-A7096434624D}" srcId="{40A819C3-B20D-410A-B064-1A03AB7E1556}" destId="{DE676D55-FB82-4D79-85E6-606583FCB723}" srcOrd="4" destOrd="0" parTransId="{1B56F14B-55BA-4B37-9AA5-DB9D05561EA1}" sibTransId="{D0BAC433-80AB-4204-BC72-38CCD0DD035E}"/>
    <dgm:cxn modelId="{9BB45665-B4AE-403D-90E4-7FD94146FBDE}" type="presOf" srcId="{A8850D97-2428-4995-B989-A551E1083487}" destId="{BABA7E44-D823-419C-863B-870FAA3141A7}" srcOrd="0" destOrd="1" presId="urn:microsoft.com/office/officeart/2005/8/layout/target3"/>
    <dgm:cxn modelId="{F9389C69-62EC-40D3-8AA8-BF347A1A97EC}" srcId="{338D6A7D-F57A-4C45-AA20-65BBAAC9292A}" destId="{033B3517-BE68-4093-A7B4-854D75E562B7}" srcOrd="2" destOrd="0" parTransId="{2B4913B4-BF02-45C0-9C2D-F1A9ABF33CA0}" sibTransId="{97788E00-3EB6-4C07-AE3D-CAA140F39A40}"/>
    <dgm:cxn modelId="{22D41A4A-36F9-4B83-8D97-62E59B9DA5C1}" type="presOf" srcId="{289A73FF-FD9F-4B59-80A7-FE812BA5965C}" destId="{1E883A58-CD3A-4C9D-B635-0D56F7DE1CE8}" srcOrd="1" destOrd="0" presId="urn:microsoft.com/office/officeart/2005/8/layout/target3"/>
    <dgm:cxn modelId="{0D23E06A-AD75-4183-98D0-651DBC45FA5D}" type="presOf" srcId="{F8745120-F221-495F-856D-C6B9DAA8EE5C}" destId="{BD8C117F-4440-475A-8DAA-FAC2470CCF56}" srcOrd="0" destOrd="0" presId="urn:microsoft.com/office/officeart/2005/8/layout/target3"/>
    <dgm:cxn modelId="{4D547B6C-8722-4DDC-8FBC-ADEBA7DBE1F3}" srcId="{40A819C3-B20D-410A-B064-1A03AB7E1556}" destId="{289A73FF-FD9F-4B59-80A7-FE812BA5965C}" srcOrd="3" destOrd="0" parTransId="{C12B1951-E98B-4CD4-A43B-2C976533646C}" sibTransId="{6C3134F0-C4F2-45D0-A0E0-264D56325778}"/>
    <dgm:cxn modelId="{058F906C-BD34-49B5-B142-3FB2F4D48160}" srcId="{F8745120-F221-495F-856D-C6B9DAA8EE5C}" destId="{267E98FE-427A-48A2-A6EB-13B907F31A46}" srcOrd="1" destOrd="0" parTransId="{EF64D376-E2E8-4B5A-9AE9-B756F88DEACB}" sibTransId="{B528C7D8-C884-4614-ADDB-314E4C235510}"/>
    <dgm:cxn modelId="{B3941351-2ED7-43DC-8E43-1BEAB33E956E}" type="presOf" srcId="{2A06D0C2-FAAE-4564-B0F0-FDCB776D345A}" destId="{52022DA3-3717-4B59-8FE3-F23D0860DB74}" srcOrd="1" destOrd="0" presId="urn:microsoft.com/office/officeart/2005/8/layout/target3"/>
    <dgm:cxn modelId="{20DBAD55-5383-4EDB-9AF5-A573CAD0F169}" srcId="{2A06D0C2-FAAE-4564-B0F0-FDCB776D345A}" destId="{AA48521B-0F1A-4E45-8D33-519A30CDDCAA}" srcOrd="1" destOrd="0" parTransId="{F7DC23F7-D4D1-4D74-91D9-668413C00BC4}" sibTransId="{5AB05354-CED2-4AFA-B3BC-3C4AE05DF877}"/>
    <dgm:cxn modelId="{39AEFA76-691D-42A3-8D00-87A6F91ECFB4}" srcId="{289A73FF-FD9F-4B59-80A7-FE812BA5965C}" destId="{971C36B3-5B8E-4B7B-92C3-70BC6D7F74C4}" srcOrd="2" destOrd="0" parTransId="{B58A56F0-1FAC-42B3-BE77-BA1769D1C385}" sibTransId="{350987DD-5493-4D05-948B-EB3E91F1D9ED}"/>
    <dgm:cxn modelId="{91C3A657-CC08-4654-B717-3667FD9E7B00}" type="presOf" srcId="{26A727B6-358D-4950-968E-8D9F7F94BBD2}" destId="{C1C4443C-1C02-44DD-8CE7-AED95DA8B89B}" srcOrd="0" destOrd="2" presId="urn:microsoft.com/office/officeart/2005/8/layout/target3"/>
    <dgm:cxn modelId="{0ACB6F59-7780-41A2-BA29-1FE72989DB39}" type="presOf" srcId="{2A06D0C2-FAAE-4564-B0F0-FDCB776D345A}" destId="{6E260A75-B5E7-4844-A97E-CD0FE4D16448}" srcOrd="0" destOrd="0" presId="urn:microsoft.com/office/officeart/2005/8/layout/target3"/>
    <dgm:cxn modelId="{80717759-A0FB-478C-B714-676808500668}" srcId="{DE676D55-FB82-4D79-85E6-606583FCB723}" destId="{09B8CB81-62A0-40FC-A7AF-7F3173BFCF09}" srcOrd="0" destOrd="0" parTransId="{7D5B8BB1-0464-4AED-8E04-547FB07E62D8}" sibTransId="{978D43E5-847C-4962-8157-40B8F04D264F}"/>
    <dgm:cxn modelId="{360CFB59-BED6-41BC-ACA1-798A656995C1}" type="presOf" srcId="{338D6A7D-F57A-4C45-AA20-65BBAAC9292A}" destId="{B046239D-38B5-4103-B1E1-D31C9E225B25}" srcOrd="1" destOrd="0" presId="urn:microsoft.com/office/officeart/2005/8/layout/target3"/>
    <dgm:cxn modelId="{F74B8091-69FA-43B0-BF11-73128F8B0508}" type="presOf" srcId="{6BDE7549-D492-4A3A-8AB3-74663C5F9981}" destId="{8E81F244-7DC1-4954-8003-4DEBFE270A93}" srcOrd="0" destOrd="0" presId="urn:microsoft.com/office/officeart/2005/8/layout/target3"/>
    <dgm:cxn modelId="{EFADB096-9DAF-4CC4-894E-AF1F3C99D7C2}" type="presOf" srcId="{033B3517-BE68-4093-A7B4-854D75E562B7}" destId="{BABA7E44-D823-419C-863B-870FAA3141A7}" srcOrd="0" destOrd="2" presId="urn:microsoft.com/office/officeart/2005/8/layout/target3"/>
    <dgm:cxn modelId="{8D68189D-2A24-4481-9F07-47200A9A31ED}" srcId="{F8745120-F221-495F-856D-C6B9DAA8EE5C}" destId="{6BDE7549-D492-4A3A-8AB3-74663C5F9981}" srcOrd="0" destOrd="0" parTransId="{F42AD222-D531-4268-850D-BF4BEB89A72F}" sibTransId="{A228B7A7-5258-4341-9F1A-7E4078FFDDD2}"/>
    <dgm:cxn modelId="{A4AB77AB-6C45-49B3-B955-3DE4026D413B}" type="presOf" srcId="{C7E45F25-997D-4DF6-A04C-0E9713543C7E}" destId="{C1C4443C-1C02-44DD-8CE7-AED95DA8B89B}" srcOrd="0" destOrd="0" presId="urn:microsoft.com/office/officeart/2005/8/layout/target3"/>
    <dgm:cxn modelId="{A8D244B8-1424-4992-8B5B-7B89FF25669C}" type="presOf" srcId="{AA48521B-0F1A-4E45-8D33-519A30CDDCAA}" destId="{C1C4443C-1C02-44DD-8CE7-AED95DA8B89B}" srcOrd="0" destOrd="1" presId="urn:microsoft.com/office/officeart/2005/8/layout/target3"/>
    <dgm:cxn modelId="{E6436ABD-5BCC-4C6A-8EEF-B6839E18E233}" type="presOf" srcId="{DE676D55-FB82-4D79-85E6-606583FCB723}" destId="{2F54BC85-7F15-46A5-8365-0DF8DA1A50C0}" srcOrd="0" destOrd="0" presId="urn:microsoft.com/office/officeart/2005/8/layout/target3"/>
    <dgm:cxn modelId="{2B9E2DC3-D72C-45EF-AE3F-FF5CCF648661}" type="presOf" srcId="{289A73FF-FD9F-4B59-80A7-FE812BA5965C}" destId="{F18D3D53-6D6E-4A69-AF4F-BC16837F26E6}" srcOrd="0" destOrd="0" presId="urn:microsoft.com/office/officeart/2005/8/layout/target3"/>
    <dgm:cxn modelId="{09A6ACE2-F957-42D7-8F73-D7AA79E51EBF}" type="presOf" srcId="{F8745120-F221-495F-856D-C6B9DAA8EE5C}" destId="{331F6E1D-B014-4251-ACC1-AB2F0BA049A8}" srcOrd="1" destOrd="0" presId="urn:microsoft.com/office/officeart/2005/8/layout/target3"/>
    <dgm:cxn modelId="{430563E7-72EA-450D-B180-BCC4651C975A}" type="presOf" srcId="{267E98FE-427A-48A2-A6EB-13B907F31A46}" destId="{8E81F244-7DC1-4954-8003-4DEBFE270A93}" srcOrd="0" destOrd="1" presId="urn:microsoft.com/office/officeart/2005/8/layout/target3"/>
    <dgm:cxn modelId="{FA0A02F0-D8C1-46A1-99CD-993F9CF831BC}" srcId="{338D6A7D-F57A-4C45-AA20-65BBAAC9292A}" destId="{A8850D97-2428-4995-B989-A551E1083487}" srcOrd="1" destOrd="0" parTransId="{20FDB7C7-76AC-4413-9242-D75B1A67923D}" sibTransId="{4EA9189F-B406-4B46-ACF7-F1A015F14F93}"/>
    <dgm:cxn modelId="{2486BFF1-A5A0-446A-A4DB-76222D5FFCF2}" srcId="{40A819C3-B20D-410A-B064-1A03AB7E1556}" destId="{F8745120-F221-495F-856D-C6B9DAA8EE5C}" srcOrd="0" destOrd="0" parTransId="{03921BE0-6C0A-4206-84A0-6C8B1845D923}" sibTransId="{E3007BC2-45E8-4EBC-B236-C1A987234D1C}"/>
    <dgm:cxn modelId="{00EFC2F5-8E64-415D-9D1B-48CAC9647952}" srcId="{338D6A7D-F57A-4C45-AA20-65BBAAC9292A}" destId="{5D109619-3B6C-4DDB-8FD1-AAF6316DFF72}" srcOrd="0" destOrd="0" parTransId="{C25899B8-2154-4F3A-97DF-7838539C3A88}" sibTransId="{672ED88C-3E7B-48F5-8B3A-8B825A3BBFEB}"/>
    <dgm:cxn modelId="{F7428BFA-E04E-408B-BF36-E6E7C74A7511}" type="presOf" srcId="{9BCDC991-E570-4AC0-9825-D27963B92997}" destId="{8D792F4C-28A8-4197-A515-42C58C464624}" srcOrd="0" destOrd="0" presId="urn:microsoft.com/office/officeart/2005/8/layout/target3"/>
    <dgm:cxn modelId="{3381B8FB-8288-4532-A07A-FAF390348CA5}" type="presOf" srcId="{09B8CB81-62A0-40FC-A7AF-7F3173BFCF09}" destId="{8C489753-5F86-44CC-87AF-E72C0C73FD63}" srcOrd="0" destOrd="0" presId="urn:microsoft.com/office/officeart/2005/8/layout/target3"/>
    <dgm:cxn modelId="{290539FC-1F15-4ECE-A254-912408B94750}" srcId="{40A819C3-B20D-410A-B064-1A03AB7E1556}" destId="{338D6A7D-F57A-4C45-AA20-65BBAAC9292A}" srcOrd="2" destOrd="0" parTransId="{0B200EA1-E7F3-4349-8E80-0CF3A60759BC}" sibTransId="{9CA8D127-1519-4233-A2F1-09AC55DC4EFB}"/>
    <dgm:cxn modelId="{DD5E2BFF-50D2-44F7-868F-942AF014E82C}" type="presOf" srcId="{338D6A7D-F57A-4C45-AA20-65BBAAC9292A}" destId="{8EF29CA0-C5E6-4E0B-999B-A04E81337219}" srcOrd="0" destOrd="0" presId="urn:microsoft.com/office/officeart/2005/8/layout/target3"/>
    <dgm:cxn modelId="{0FF56A13-CE6D-4DB6-BC0D-852DD2DC8E78}" type="presParOf" srcId="{54978678-F9FE-405B-B1A9-66E34BB84452}" destId="{FDF152E0-8093-4AB8-BF8C-2BE2E00EBC37}" srcOrd="0" destOrd="0" presId="urn:microsoft.com/office/officeart/2005/8/layout/target3"/>
    <dgm:cxn modelId="{C591CA59-65D4-42EE-AC35-E64DA62DC58F}" type="presParOf" srcId="{54978678-F9FE-405B-B1A9-66E34BB84452}" destId="{30D732D2-C2B4-47E3-B502-B6F086CF8D0C}" srcOrd="1" destOrd="0" presId="urn:microsoft.com/office/officeart/2005/8/layout/target3"/>
    <dgm:cxn modelId="{BF651DF3-1EF4-4C94-BCA7-8CBDE90B4026}" type="presParOf" srcId="{54978678-F9FE-405B-B1A9-66E34BB84452}" destId="{BD8C117F-4440-475A-8DAA-FAC2470CCF56}" srcOrd="2" destOrd="0" presId="urn:microsoft.com/office/officeart/2005/8/layout/target3"/>
    <dgm:cxn modelId="{7866294D-CD81-429D-944F-4CF79EA90D6D}" type="presParOf" srcId="{54978678-F9FE-405B-B1A9-66E34BB84452}" destId="{351A9A93-7A5C-4457-B5C9-29EAF967562C}" srcOrd="3" destOrd="0" presId="urn:microsoft.com/office/officeart/2005/8/layout/target3"/>
    <dgm:cxn modelId="{A6B011DF-E51E-4AB3-9215-4DA2F37A65EF}" type="presParOf" srcId="{54978678-F9FE-405B-B1A9-66E34BB84452}" destId="{5C66DECF-8B1B-4D95-BD25-C95345A39E23}" srcOrd="4" destOrd="0" presId="urn:microsoft.com/office/officeart/2005/8/layout/target3"/>
    <dgm:cxn modelId="{32FDDE2E-E772-4574-AC0D-B4CA0F36D19B}" type="presParOf" srcId="{54978678-F9FE-405B-B1A9-66E34BB84452}" destId="{6E260A75-B5E7-4844-A97E-CD0FE4D16448}" srcOrd="5" destOrd="0" presId="urn:microsoft.com/office/officeart/2005/8/layout/target3"/>
    <dgm:cxn modelId="{7598CD15-4876-4CC3-94E4-22D7A08821B8}" type="presParOf" srcId="{54978678-F9FE-405B-B1A9-66E34BB84452}" destId="{4337C18B-86DB-456E-8B67-D79E584246C9}" srcOrd="6" destOrd="0" presId="urn:microsoft.com/office/officeart/2005/8/layout/target3"/>
    <dgm:cxn modelId="{69B8D3A2-8FBF-4AC6-BBA6-F0D65B5D0981}" type="presParOf" srcId="{54978678-F9FE-405B-B1A9-66E34BB84452}" destId="{89847AF2-51F6-4BEF-88D2-9D6C4FFE8699}" srcOrd="7" destOrd="0" presId="urn:microsoft.com/office/officeart/2005/8/layout/target3"/>
    <dgm:cxn modelId="{BEDAE4E1-7BDA-40BE-B7AD-773B679F9EA6}" type="presParOf" srcId="{54978678-F9FE-405B-B1A9-66E34BB84452}" destId="{8EF29CA0-C5E6-4E0B-999B-A04E81337219}" srcOrd="8" destOrd="0" presId="urn:microsoft.com/office/officeart/2005/8/layout/target3"/>
    <dgm:cxn modelId="{7C0E0E76-2938-4A58-B938-195E1F77BCE1}" type="presParOf" srcId="{54978678-F9FE-405B-B1A9-66E34BB84452}" destId="{2A6FCB8F-7429-4B37-A2E1-39DBC85B901B}" srcOrd="9" destOrd="0" presId="urn:microsoft.com/office/officeart/2005/8/layout/target3"/>
    <dgm:cxn modelId="{135BE8A9-473A-4E76-B7A0-676FCB0E2FDB}" type="presParOf" srcId="{54978678-F9FE-405B-B1A9-66E34BB84452}" destId="{BE6EB616-0549-4317-9C81-212E1BE6876C}" srcOrd="10" destOrd="0" presId="urn:microsoft.com/office/officeart/2005/8/layout/target3"/>
    <dgm:cxn modelId="{47EC05A2-094F-4593-BE3E-C5CFD9A6CEE4}" type="presParOf" srcId="{54978678-F9FE-405B-B1A9-66E34BB84452}" destId="{F18D3D53-6D6E-4A69-AF4F-BC16837F26E6}" srcOrd="11" destOrd="0" presId="urn:microsoft.com/office/officeart/2005/8/layout/target3"/>
    <dgm:cxn modelId="{D23F3C7E-A006-466B-A91B-9B2B511DF072}" type="presParOf" srcId="{54978678-F9FE-405B-B1A9-66E34BB84452}" destId="{A327ACCA-66DE-48D0-A2B7-546BB53A8F8D}" srcOrd="12" destOrd="0" presId="urn:microsoft.com/office/officeart/2005/8/layout/target3"/>
    <dgm:cxn modelId="{4B767EE9-75E8-45AD-988C-C329116035D7}" type="presParOf" srcId="{54978678-F9FE-405B-B1A9-66E34BB84452}" destId="{1DC49994-49B7-496A-85CF-0AA96310F5B6}" srcOrd="13" destOrd="0" presId="urn:microsoft.com/office/officeart/2005/8/layout/target3"/>
    <dgm:cxn modelId="{E50B01E6-839C-4BCD-86C9-71ED6C02145D}" type="presParOf" srcId="{54978678-F9FE-405B-B1A9-66E34BB84452}" destId="{2F54BC85-7F15-46A5-8365-0DF8DA1A50C0}" srcOrd="14" destOrd="0" presId="urn:microsoft.com/office/officeart/2005/8/layout/target3"/>
    <dgm:cxn modelId="{541BC044-4430-4DD2-AA04-AEC26DF63310}" type="presParOf" srcId="{54978678-F9FE-405B-B1A9-66E34BB84452}" destId="{331F6E1D-B014-4251-ACC1-AB2F0BA049A8}" srcOrd="15" destOrd="0" presId="urn:microsoft.com/office/officeart/2005/8/layout/target3"/>
    <dgm:cxn modelId="{F22FB06B-AFB1-4EEA-A8A5-7FAFF59875DB}" type="presParOf" srcId="{54978678-F9FE-405B-B1A9-66E34BB84452}" destId="{8E81F244-7DC1-4954-8003-4DEBFE270A93}" srcOrd="16" destOrd="0" presId="urn:microsoft.com/office/officeart/2005/8/layout/target3"/>
    <dgm:cxn modelId="{26D30657-733F-47A8-8FF3-3128B35ED478}" type="presParOf" srcId="{54978678-F9FE-405B-B1A9-66E34BB84452}" destId="{52022DA3-3717-4B59-8FE3-F23D0860DB74}" srcOrd="17" destOrd="0" presId="urn:microsoft.com/office/officeart/2005/8/layout/target3"/>
    <dgm:cxn modelId="{3E821494-2350-4FA6-A01E-3684ED375918}" type="presParOf" srcId="{54978678-F9FE-405B-B1A9-66E34BB84452}" destId="{C1C4443C-1C02-44DD-8CE7-AED95DA8B89B}" srcOrd="18" destOrd="0" presId="urn:microsoft.com/office/officeart/2005/8/layout/target3"/>
    <dgm:cxn modelId="{3E020FA7-4B15-4812-B736-3FD763695AA4}" type="presParOf" srcId="{54978678-F9FE-405B-B1A9-66E34BB84452}" destId="{B046239D-38B5-4103-B1E1-D31C9E225B25}" srcOrd="19" destOrd="0" presId="urn:microsoft.com/office/officeart/2005/8/layout/target3"/>
    <dgm:cxn modelId="{9F916543-9E7F-4AFD-9F8E-153DBEF17D95}" type="presParOf" srcId="{54978678-F9FE-405B-B1A9-66E34BB84452}" destId="{BABA7E44-D823-419C-863B-870FAA3141A7}" srcOrd="20" destOrd="0" presId="urn:microsoft.com/office/officeart/2005/8/layout/target3"/>
    <dgm:cxn modelId="{6B1D2277-13B8-43A5-9F00-7BE74A861CB7}" type="presParOf" srcId="{54978678-F9FE-405B-B1A9-66E34BB84452}" destId="{1E883A58-CD3A-4C9D-B635-0D56F7DE1CE8}" srcOrd="21" destOrd="0" presId="urn:microsoft.com/office/officeart/2005/8/layout/target3"/>
    <dgm:cxn modelId="{4C1DD93F-575D-4920-BCCE-64755C337469}" type="presParOf" srcId="{54978678-F9FE-405B-B1A9-66E34BB84452}" destId="{8D792F4C-28A8-4197-A515-42C58C464624}" srcOrd="22" destOrd="0" presId="urn:microsoft.com/office/officeart/2005/8/layout/target3"/>
    <dgm:cxn modelId="{11B0FF5C-5ACA-4E24-A07E-34B6C41CE1C0}" type="presParOf" srcId="{54978678-F9FE-405B-B1A9-66E34BB84452}" destId="{78117FCF-CBF0-4E57-96E8-D9CAF34A33F5}" srcOrd="23" destOrd="0" presId="urn:microsoft.com/office/officeart/2005/8/layout/target3"/>
    <dgm:cxn modelId="{18E7A155-209C-49DA-87AB-05035B937AF2}" type="presParOf" srcId="{54978678-F9FE-405B-B1A9-66E34BB84452}" destId="{8C489753-5F86-44CC-87AF-E72C0C73FD63}" srcOrd="2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BC8688-4A86-4DFD-AA31-A6E9B7F91B35}" type="doc">
      <dgm:prSet loTypeId="urn:microsoft.com/office/officeart/2005/8/layout/hList7" loCatId="list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09787B4-4CE8-4C47-A710-1E0E7EE46A77}">
      <dgm:prSet phldrT="[Text]"/>
      <dgm:spPr/>
      <dgm:t>
        <a:bodyPr/>
        <a:lstStyle/>
        <a:p>
          <a:r>
            <a:rPr lang="en-US" sz="2100" b="1" dirty="0">
              <a:latin typeface="+mj-lt"/>
            </a:rPr>
            <a:t>Specific</a:t>
          </a:r>
        </a:p>
      </dgm:t>
    </dgm:pt>
    <dgm:pt modelId="{AD9E4024-0A52-4ED4-9348-B4757FA5653F}" type="parTrans" cxnId="{921C3293-128B-4425-8BA3-500A2730BE5F}">
      <dgm:prSet/>
      <dgm:spPr/>
      <dgm:t>
        <a:bodyPr/>
        <a:lstStyle/>
        <a:p>
          <a:endParaRPr lang="en-US"/>
        </a:p>
      </dgm:t>
    </dgm:pt>
    <dgm:pt modelId="{5A6F39FD-9FDD-470D-A800-AB797357DB55}" type="sibTrans" cxnId="{921C3293-128B-4425-8BA3-500A2730BE5F}">
      <dgm:prSet/>
      <dgm:spPr/>
      <dgm:t>
        <a:bodyPr/>
        <a:lstStyle/>
        <a:p>
          <a:endParaRPr lang="en-US"/>
        </a:p>
      </dgm:t>
    </dgm:pt>
    <dgm:pt modelId="{EA6600A3-C8A3-4CA5-B0F1-7410F4BB4945}">
      <dgm:prSet phldrT="[Text]" custT="1"/>
      <dgm:spPr/>
      <dgm:t>
        <a:bodyPr/>
        <a:lstStyle/>
        <a:p>
          <a:r>
            <a:rPr lang="en-US" sz="1400" dirty="0">
              <a:solidFill>
                <a:schemeClr val="tx1"/>
              </a:solidFill>
              <a:latin typeface="+mn-lt"/>
            </a:rPr>
            <a:t>Ex : “Increase Instagram Followers by 10%”</a:t>
          </a:r>
        </a:p>
      </dgm:t>
    </dgm:pt>
    <dgm:pt modelId="{9A29BD5F-391E-4B2A-87F0-FE8188338119}" type="parTrans" cxnId="{2F445AD4-8500-402E-B868-7EC1DC8EE777}">
      <dgm:prSet/>
      <dgm:spPr/>
      <dgm:t>
        <a:bodyPr/>
        <a:lstStyle/>
        <a:p>
          <a:endParaRPr lang="en-US"/>
        </a:p>
      </dgm:t>
    </dgm:pt>
    <dgm:pt modelId="{B32B91A4-9DE7-4408-AFF8-7673CFBA4AA6}" type="sibTrans" cxnId="{2F445AD4-8500-402E-B868-7EC1DC8EE777}">
      <dgm:prSet/>
      <dgm:spPr/>
      <dgm:t>
        <a:bodyPr/>
        <a:lstStyle/>
        <a:p>
          <a:endParaRPr lang="en-US"/>
        </a:p>
      </dgm:t>
    </dgm:pt>
    <dgm:pt modelId="{B7008CFF-9FD3-4E7E-B57B-F6E5283C9E34}">
      <dgm:prSet phldrT="[Text]"/>
      <dgm:spPr/>
      <dgm:t>
        <a:bodyPr/>
        <a:lstStyle/>
        <a:p>
          <a:r>
            <a:rPr lang="en-US" b="1" dirty="0">
              <a:latin typeface="+mj-lt"/>
            </a:rPr>
            <a:t>Measurable</a:t>
          </a:r>
        </a:p>
      </dgm:t>
    </dgm:pt>
    <dgm:pt modelId="{669F2B87-7BAB-4BDB-B064-21BC3A8C47E0}" type="parTrans" cxnId="{5D7DB2BF-9A2E-4129-993A-FCC3BC6C6378}">
      <dgm:prSet/>
      <dgm:spPr/>
      <dgm:t>
        <a:bodyPr/>
        <a:lstStyle/>
        <a:p>
          <a:endParaRPr lang="en-US"/>
        </a:p>
      </dgm:t>
    </dgm:pt>
    <dgm:pt modelId="{CC46DD29-A53F-46B2-975A-B8B0D18D315C}" type="sibTrans" cxnId="{5D7DB2BF-9A2E-4129-993A-FCC3BC6C6378}">
      <dgm:prSet/>
      <dgm:spPr/>
      <dgm:t>
        <a:bodyPr/>
        <a:lstStyle/>
        <a:p>
          <a:endParaRPr lang="en-US"/>
        </a:p>
      </dgm:t>
    </dgm:pt>
    <dgm:pt modelId="{CD8C50A2-F8D5-4981-B944-466369217852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</a:rPr>
            <a:t>Track progress with metrics (</a:t>
          </a:r>
          <a:r>
            <a:rPr lang="en-US" dirty="0" err="1">
              <a:solidFill>
                <a:schemeClr val="tx1"/>
              </a:solidFill>
              <a:latin typeface="+mn-lt"/>
            </a:rPr>
            <a:t>e.g</a:t>
          </a:r>
          <a:r>
            <a:rPr lang="en-US" dirty="0">
              <a:solidFill>
                <a:schemeClr val="tx1"/>
              </a:solidFill>
              <a:latin typeface="+mn-lt"/>
            </a:rPr>
            <a:t>: follower count, clicks)</a:t>
          </a:r>
        </a:p>
      </dgm:t>
    </dgm:pt>
    <dgm:pt modelId="{598224B0-01C0-4A5C-A849-4B57D41372FB}" type="parTrans" cxnId="{EA4D15EB-3964-4FEE-9E3B-8255047F9FAC}">
      <dgm:prSet/>
      <dgm:spPr/>
      <dgm:t>
        <a:bodyPr/>
        <a:lstStyle/>
        <a:p>
          <a:endParaRPr lang="en-US"/>
        </a:p>
      </dgm:t>
    </dgm:pt>
    <dgm:pt modelId="{FED89110-F69C-463C-849A-7A7578D8A23A}" type="sibTrans" cxnId="{EA4D15EB-3964-4FEE-9E3B-8255047F9FAC}">
      <dgm:prSet/>
      <dgm:spPr/>
      <dgm:t>
        <a:bodyPr/>
        <a:lstStyle/>
        <a:p>
          <a:endParaRPr lang="en-US"/>
        </a:p>
      </dgm:t>
    </dgm:pt>
    <dgm:pt modelId="{CEA4D1DF-E89C-4F0F-8EEA-A4E0131271CA}">
      <dgm:prSet phldrT="[Text]" custT="1"/>
      <dgm:spPr/>
      <dgm:t>
        <a:bodyPr/>
        <a:lstStyle/>
        <a:p>
          <a:r>
            <a:rPr lang="en-US" sz="1800" dirty="0">
              <a:latin typeface="+mj-lt"/>
            </a:rPr>
            <a:t>Achievable</a:t>
          </a:r>
          <a:endParaRPr lang="en-US" sz="2300" dirty="0">
            <a:latin typeface="+mj-lt"/>
          </a:endParaRPr>
        </a:p>
      </dgm:t>
    </dgm:pt>
    <dgm:pt modelId="{17158DCF-4EF4-4FBA-8A51-83C0976429E4}" type="parTrans" cxnId="{A732FA70-7292-4068-9047-4C5881E5AA23}">
      <dgm:prSet/>
      <dgm:spPr/>
      <dgm:t>
        <a:bodyPr/>
        <a:lstStyle/>
        <a:p>
          <a:endParaRPr lang="en-US"/>
        </a:p>
      </dgm:t>
    </dgm:pt>
    <dgm:pt modelId="{9D8031DA-605D-4761-A174-87591BB74C76}" type="sibTrans" cxnId="{A732FA70-7292-4068-9047-4C5881E5AA23}">
      <dgm:prSet/>
      <dgm:spPr/>
      <dgm:t>
        <a:bodyPr/>
        <a:lstStyle/>
        <a:p>
          <a:endParaRPr lang="en-US"/>
        </a:p>
      </dgm:t>
    </dgm:pt>
    <dgm:pt modelId="{AF9143C4-60BC-44A6-93A1-CDB7868F26CC}">
      <dgm:prSet phldrT="[Text]"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+mn-lt"/>
            </a:rPr>
            <a:t>Realistic based on resources/  time.</a:t>
          </a:r>
        </a:p>
      </dgm:t>
    </dgm:pt>
    <dgm:pt modelId="{275FBB4A-504F-40AA-96E3-B35A1A01A0EA}" type="parTrans" cxnId="{951C4035-FD83-4F87-87AC-D4812C6017DE}">
      <dgm:prSet/>
      <dgm:spPr/>
      <dgm:t>
        <a:bodyPr/>
        <a:lstStyle/>
        <a:p>
          <a:endParaRPr lang="en-US"/>
        </a:p>
      </dgm:t>
    </dgm:pt>
    <dgm:pt modelId="{49AB1682-BC27-4E80-971A-D66A270C5A28}" type="sibTrans" cxnId="{951C4035-FD83-4F87-87AC-D4812C6017DE}">
      <dgm:prSet/>
      <dgm:spPr/>
      <dgm:t>
        <a:bodyPr/>
        <a:lstStyle/>
        <a:p>
          <a:endParaRPr lang="en-US"/>
        </a:p>
      </dgm:t>
    </dgm:pt>
    <dgm:pt modelId="{16ABB766-25E2-456E-A5D4-B630FAE20E2F}">
      <dgm:prSet phldrT="[Text]"/>
      <dgm:spPr/>
      <dgm:t>
        <a:bodyPr/>
        <a:lstStyle/>
        <a:p>
          <a:r>
            <a:rPr lang="en-US" sz="1900" dirty="0">
              <a:latin typeface="+mj-lt"/>
            </a:rPr>
            <a:t>Relevant</a:t>
          </a:r>
        </a:p>
      </dgm:t>
    </dgm:pt>
    <dgm:pt modelId="{8C5D5226-10D7-417B-8DE7-D1BDA70E7573}" type="parTrans" cxnId="{B2ABCC68-5627-4C00-BA1A-DD8832065FB1}">
      <dgm:prSet/>
      <dgm:spPr/>
      <dgm:t>
        <a:bodyPr/>
        <a:lstStyle/>
        <a:p>
          <a:endParaRPr lang="en-US"/>
        </a:p>
      </dgm:t>
    </dgm:pt>
    <dgm:pt modelId="{60E65C77-F4FE-4CE6-88FE-D1E70A9889FF}" type="sibTrans" cxnId="{B2ABCC68-5627-4C00-BA1A-DD8832065FB1}">
      <dgm:prSet/>
      <dgm:spPr/>
      <dgm:t>
        <a:bodyPr/>
        <a:lstStyle/>
        <a:p>
          <a:endParaRPr lang="en-US"/>
        </a:p>
      </dgm:t>
    </dgm:pt>
    <dgm:pt modelId="{9A08CDD1-5ECB-4B35-B38A-051761B34108}">
      <dgm:prSet phldrT="[Text]"/>
      <dgm:spPr/>
      <dgm:t>
        <a:bodyPr/>
        <a:lstStyle/>
        <a:p>
          <a:r>
            <a:rPr lang="en-US" sz="1700" dirty="0">
              <a:latin typeface="+mj-lt"/>
            </a:rPr>
            <a:t>Time Bound</a:t>
          </a:r>
        </a:p>
      </dgm:t>
    </dgm:pt>
    <dgm:pt modelId="{5A435899-F403-4733-AA65-067488A51282}" type="parTrans" cxnId="{F7AFC1A2-0379-4853-B90C-308051C776C1}">
      <dgm:prSet/>
      <dgm:spPr/>
      <dgm:t>
        <a:bodyPr/>
        <a:lstStyle/>
        <a:p>
          <a:endParaRPr lang="en-US"/>
        </a:p>
      </dgm:t>
    </dgm:pt>
    <dgm:pt modelId="{FC2B7323-14D1-4E95-B628-7B30382387BD}" type="sibTrans" cxnId="{F7AFC1A2-0379-4853-B90C-308051C776C1}">
      <dgm:prSet/>
      <dgm:spPr/>
      <dgm:t>
        <a:bodyPr/>
        <a:lstStyle/>
        <a:p>
          <a:endParaRPr lang="en-US"/>
        </a:p>
      </dgm:t>
    </dgm:pt>
    <dgm:pt modelId="{2285C014-BA13-4D4B-9555-94D751FE0883}">
      <dgm:prSet phldrT="[Text]" custT="1"/>
      <dgm:spPr/>
      <dgm:t>
        <a:bodyPr/>
        <a:lstStyle/>
        <a:p>
          <a:r>
            <a:rPr lang="en-US" sz="1400" dirty="0">
              <a:solidFill>
                <a:schemeClr val="tx1"/>
              </a:solidFill>
              <a:latin typeface="+mn-lt"/>
            </a:rPr>
            <a:t>Align With Business Objectives</a:t>
          </a:r>
        </a:p>
      </dgm:t>
    </dgm:pt>
    <dgm:pt modelId="{0F36978C-3E16-4220-810A-881FF2B55A31}" type="parTrans" cxnId="{5EF625BC-2249-4642-B99B-EEA20BA7546F}">
      <dgm:prSet/>
      <dgm:spPr/>
      <dgm:t>
        <a:bodyPr/>
        <a:lstStyle/>
        <a:p>
          <a:endParaRPr lang="en-US"/>
        </a:p>
      </dgm:t>
    </dgm:pt>
    <dgm:pt modelId="{4EC3575C-1BA5-4622-85EC-5B858CD4D792}" type="sibTrans" cxnId="{5EF625BC-2249-4642-B99B-EEA20BA7546F}">
      <dgm:prSet/>
      <dgm:spPr/>
      <dgm:t>
        <a:bodyPr/>
        <a:lstStyle/>
        <a:p>
          <a:endParaRPr lang="en-US"/>
        </a:p>
      </dgm:t>
    </dgm:pt>
    <dgm:pt modelId="{33F6D18A-541D-4DD5-8A54-41FE853BBFD5}">
      <dgm:prSet phldrT="[Text]"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  <a:latin typeface="+mn-lt"/>
            </a:rPr>
            <a:t>Set a deadline.</a:t>
          </a:r>
        </a:p>
      </dgm:t>
    </dgm:pt>
    <dgm:pt modelId="{83B42CDA-6D2F-483C-AABA-62557D03A5DD}" type="parTrans" cxnId="{DC33C3B8-CA48-4659-9388-878B178E773F}">
      <dgm:prSet/>
      <dgm:spPr/>
      <dgm:t>
        <a:bodyPr/>
        <a:lstStyle/>
        <a:p>
          <a:endParaRPr lang="en-US"/>
        </a:p>
      </dgm:t>
    </dgm:pt>
    <dgm:pt modelId="{87A356BD-AC16-4239-BD1E-3219FAB92C2F}" type="sibTrans" cxnId="{DC33C3B8-CA48-4659-9388-878B178E773F}">
      <dgm:prSet/>
      <dgm:spPr/>
      <dgm:t>
        <a:bodyPr/>
        <a:lstStyle/>
        <a:p>
          <a:endParaRPr lang="en-US"/>
        </a:p>
      </dgm:t>
    </dgm:pt>
    <dgm:pt modelId="{77AE7FB9-5296-4C73-9ED5-EAB206DE3439}" type="pres">
      <dgm:prSet presAssocID="{E5BC8688-4A86-4DFD-AA31-A6E9B7F91B35}" presName="Name0" presStyleCnt="0">
        <dgm:presLayoutVars>
          <dgm:dir/>
          <dgm:resizeHandles val="exact"/>
        </dgm:presLayoutVars>
      </dgm:prSet>
      <dgm:spPr/>
    </dgm:pt>
    <dgm:pt modelId="{6ECFAED5-BE9F-459B-81C4-269A0569ABF5}" type="pres">
      <dgm:prSet presAssocID="{E5BC8688-4A86-4DFD-AA31-A6E9B7F91B35}" presName="fgShape" presStyleLbl="fgShp" presStyleIdx="0" presStyleCnt="1"/>
      <dgm:spPr/>
    </dgm:pt>
    <dgm:pt modelId="{FD77EAB6-B810-4A5D-93A3-7915889D1E03}" type="pres">
      <dgm:prSet presAssocID="{E5BC8688-4A86-4DFD-AA31-A6E9B7F91B35}" presName="linComp" presStyleCnt="0"/>
      <dgm:spPr/>
    </dgm:pt>
    <dgm:pt modelId="{A03626FA-6B8B-41B3-A423-88E9CD504000}" type="pres">
      <dgm:prSet presAssocID="{C09787B4-4CE8-4C47-A710-1E0E7EE46A77}" presName="compNode" presStyleCnt="0"/>
      <dgm:spPr/>
    </dgm:pt>
    <dgm:pt modelId="{FEA22159-BDB5-453B-A0B5-F987E75E86C9}" type="pres">
      <dgm:prSet presAssocID="{C09787B4-4CE8-4C47-A710-1E0E7EE46A77}" presName="bkgdShape" presStyleLbl="node1" presStyleIdx="0" presStyleCnt="5"/>
      <dgm:spPr/>
    </dgm:pt>
    <dgm:pt modelId="{608ED8B0-03C7-4E93-A44E-A44AF5095C37}" type="pres">
      <dgm:prSet presAssocID="{C09787B4-4CE8-4C47-A710-1E0E7EE46A77}" presName="nodeTx" presStyleLbl="node1" presStyleIdx="0" presStyleCnt="5">
        <dgm:presLayoutVars>
          <dgm:bulletEnabled val="1"/>
        </dgm:presLayoutVars>
      </dgm:prSet>
      <dgm:spPr/>
    </dgm:pt>
    <dgm:pt modelId="{29430B7B-734C-4633-A36D-52EC061A6C6D}" type="pres">
      <dgm:prSet presAssocID="{C09787B4-4CE8-4C47-A710-1E0E7EE46A77}" presName="invisiNode" presStyleLbl="node1" presStyleIdx="0" presStyleCnt="5"/>
      <dgm:spPr/>
    </dgm:pt>
    <dgm:pt modelId="{17BB4B0A-8205-4076-944A-248F1EFB536A}" type="pres">
      <dgm:prSet presAssocID="{C09787B4-4CE8-4C47-A710-1E0E7EE46A77}" presName="imagNode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</dgm:pt>
    <dgm:pt modelId="{76C29383-0CAA-4CD2-B818-D3D885EABF12}" type="pres">
      <dgm:prSet presAssocID="{5A6F39FD-9FDD-470D-A800-AB797357DB55}" presName="sibTrans" presStyleLbl="sibTrans2D1" presStyleIdx="0" presStyleCnt="0"/>
      <dgm:spPr/>
    </dgm:pt>
    <dgm:pt modelId="{3C884A2A-9409-4921-B6AB-4908270D5861}" type="pres">
      <dgm:prSet presAssocID="{B7008CFF-9FD3-4E7E-B57B-F6E5283C9E34}" presName="compNode" presStyleCnt="0"/>
      <dgm:spPr/>
    </dgm:pt>
    <dgm:pt modelId="{0A000C0C-3808-4DB2-847E-ED1640C8842F}" type="pres">
      <dgm:prSet presAssocID="{B7008CFF-9FD3-4E7E-B57B-F6E5283C9E34}" presName="bkgdShape" presStyleLbl="node1" presStyleIdx="1" presStyleCnt="5"/>
      <dgm:spPr/>
    </dgm:pt>
    <dgm:pt modelId="{BCF722B7-5BAF-4214-8993-AE731BD50CA0}" type="pres">
      <dgm:prSet presAssocID="{B7008CFF-9FD3-4E7E-B57B-F6E5283C9E34}" presName="nodeTx" presStyleLbl="node1" presStyleIdx="1" presStyleCnt="5">
        <dgm:presLayoutVars>
          <dgm:bulletEnabled val="1"/>
        </dgm:presLayoutVars>
      </dgm:prSet>
      <dgm:spPr/>
    </dgm:pt>
    <dgm:pt modelId="{5FBDB49D-189A-4B60-B1AD-476B4D864A78}" type="pres">
      <dgm:prSet presAssocID="{B7008CFF-9FD3-4E7E-B57B-F6E5283C9E34}" presName="invisiNode" presStyleLbl="node1" presStyleIdx="1" presStyleCnt="5"/>
      <dgm:spPr/>
    </dgm:pt>
    <dgm:pt modelId="{EBAFDE14-F999-47C5-AF10-AC220812774A}" type="pres">
      <dgm:prSet presAssocID="{B7008CFF-9FD3-4E7E-B57B-F6E5283C9E34}" presName="imagNode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37C7BD0A-22CC-4D29-A97E-FA14233C87A6}" type="pres">
      <dgm:prSet presAssocID="{CC46DD29-A53F-46B2-975A-B8B0D18D315C}" presName="sibTrans" presStyleLbl="sibTrans2D1" presStyleIdx="0" presStyleCnt="0"/>
      <dgm:spPr/>
    </dgm:pt>
    <dgm:pt modelId="{E93E385B-8FD7-4AF8-A655-F8732D7C1C85}" type="pres">
      <dgm:prSet presAssocID="{CEA4D1DF-E89C-4F0F-8EEA-A4E0131271CA}" presName="compNode" presStyleCnt="0"/>
      <dgm:spPr/>
    </dgm:pt>
    <dgm:pt modelId="{4B0BBF23-DF76-4755-AC05-720FC5C4E191}" type="pres">
      <dgm:prSet presAssocID="{CEA4D1DF-E89C-4F0F-8EEA-A4E0131271CA}" presName="bkgdShape" presStyleLbl="node1" presStyleIdx="2" presStyleCnt="5"/>
      <dgm:spPr/>
    </dgm:pt>
    <dgm:pt modelId="{F413E0B0-7828-4DE9-8E79-EF8E3E05D0B6}" type="pres">
      <dgm:prSet presAssocID="{CEA4D1DF-E89C-4F0F-8EEA-A4E0131271CA}" presName="nodeTx" presStyleLbl="node1" presStyleIdx="2" presStyleCnt="5">
        <dgm:presLayoutVars>
          <dgm:bulletEnabled val="1"/>
        </dgm:presLayoutVars>
      </dgm:prSet>
      <dgm:spPr/>
    </dgm:pt>
    <dgm:pt modelId="{74585208-CBF6-4829-95A9-3132625D0B3C}" type="pres">
      <dgm:prSet presAssocID="{CEA4D1DF-E89C-4F0F-8EEA-A4E0131271CA}" presName="invisiNode" presStyleLbl="node1" presStyleIdx="2" presStyleCnt="5"/>
      <dgm:spPr/>
    </dgm:pt>
    <dgm:pt modelId="{1FAED677-91C8-4DE0-962C-D71FCDFA9C34}" type="pres">
      <dgm:prSet presAssocID="{CEA4D1DF-E89C-4F0F-8EEA-A4E0131271CA}" presName="imagNode" presStyleLbl="fgImgPlace1" presStyleIdx="2" presStyleCnt="5"/>
      <dgm:spPr>
        <a:blipFill>
          <a:blip xmlns:r="http://schemas.openxmlformats.org/officeDocument/2006/relationships" r:embed="rId3"/>
          <a:srcRect/>
          <a:stretch>
            <a:fillRect l="-36000" r="-36000"/>
          </a:stretch>
        </a:blipFill>
      </dgm:spPr>
    </dgm:pt>
    <dgm:pt modelId="{29669A25-4500-4C69-AB03-830AA2DA0984}" type="pres">
      <dgm:prSet presAssocID="{9D8031DA-605D-4761-A174-87591BB74C76}" presName="sibTrans" presStyleLbl="sibTrans2D1" presStyleIdx="0" presStyleCnt="0"/>
      <dgm:spPr/>
    </dgm:pt>
    <dgm:pt modelId="{46648728-376F-4B4E-90ED-FA45D0D22DFF}" type="pres">
      <dgm:prSet presAssocID="{16ABB766-25E2-456E-A5D4-B630FAE20E2F}" presName="compNode" presStyleCnt="0"/>
      <dgm:spPr/>
    </dgm:pt>
    <dgm:pt modelId="{94A10D4B-0663-40CA-A0E1-A2B90C0BC68A}" type="pres">
      <dgm:prSet presAssocID="{16ABB766-25E2-456E-A5D4-B630FAE20E2F}" presName="bkgdShape" presStyleLbl="node1" presStyleIdx="3" presStyleCnt="5"/>
      <dgm:spPr/>
    </dgm:pt>
    <dgm:pt modelId="{8F92D0AD-6DBE-4242-9280-D7AE9CE06C47}" type="pres">
      <dgm:prSet presAssocID="{16ABB766-25E2-456E-A5D4-B630FAE20E2F}" presName="nodeTx" presStyleLbl="node1" presStyleIdx="3" presStyleCnt="5">
        <dgm:presLayoutVars>
          <dgm:bulletEnabled val="1"/>
        </dgm:presLayoutVars>
      </dgm:prSet>
      <dgm:spPr/>
    </dgm:pt>
    <dgm:pt modelId="{FB1D8C9D-B2AD-4F3B-AC4C-C570A3E40C96}" type="pres">
      <dgm:prSet presAssocID="{16ABB766-25E2-456E-A5D4-B630FAE20E2F}" presName="invisiNode" presStyleLbl="node1" presStyleIdx="3" presStyleCnt="5"/>
      <dgm:spPr/>
    </dgm:pt>
    <dgm:pt modelId="{768D88FC-8954-4C2B-BF77-9CAE392F54AB}" type="pres">
      <dgm:prSet presAssocID="{16ABB766-25E2-456E-A5D4-B630FAE20E2F}" presName="imagNode" presStyleLbl="fgImgPlace1" presStyleIdx="3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4000" r="-34000"/>
          </a:stretch>
        </a:blipFill>
      </dgm:spPr>
    </dgm:pt>
    <dgm:pt modelId="{A281591A-AC1C-4ED2-A7ED-4D44684A65BC}" type="pres">
      <dgm:prSet presAssocID="{60E65C77-F4FE-4CE6-88FE-D1E70A9889FF}" presName="sibTrans" presStyleLbl="sibTrans2D1" presStyleIdx="0" presStyleCnt="0"/>
      <dgm:spPr/>
    </dgm:pt>
    <dgm:pt modelId="{FFC039B5-C572-4F3B-963E-2D2685EBC74F}" type="pres">
      <dgm:prSet presAssocID="{9A08CDD1-5ECB-4B35-B38A-051761B34108}" presName="compNode" presStyleCnt="0"/>
      <dgm:spPr/>
    </dgm:pt>
    <dgm:pt modelId="{A2580CD9-AB91-4EDA-9054-A9CDD54016FE}" type="pres">
      <dgm:prSet presAssocID="{9A08CDD1-5ECB-4B35-B38A-051761B34108}" presName="bkgdShape" presStyleLbl="node1" presStyleIdx="4" presStyleCnt="5"/>
      <dgm:spPr/>
    </dgm:pt>
    <dgm:pt modelId="{74D1B8DA-945D-453D-BF97-A9ED661F0CCE}" type="pres">
      <dgm:prSet presAssocID="{9A08CDD1-5ECB-4B35-B38A-051761B34108}" presName="nodeTx" presStyleLbl="node1" presStyleIdx="4" presStyleCnt="5">
        <dgm:presLayoutVars>
          <dgm:bulletEnabled val="1"/>
        </dgm:presLayoutVars>
      </dgm:prSet>
      <dgm:spPr/>
    </dgm:pt>
    <dgm:pt modelId="{9306DA36-04A5-4515-B4AC-DE1FDCC97543}" type="pres">
      <dgm:prSet presAssocID="{9A08CDD1-5ECB-4B35-B38A-051761B34108}" presName="invisiNode" presStyleLbl="node1" presStyleIdx="4" presStyleCnt="5"/>
      <dgm:spPr/>
    </dgm:pt>
    <dgm:pt modelId="{8F7D5845-90C6-4039-B3D5-AEEA2AFD820A}" type="pres">
      <dgm:prSet presAssocID="{9A08CDD1-5ECB-4B35-B38A-051761B34108}" presName="imagNode" presStyleLbl="fgImgPlac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1000" r="-41000"/>
          </a:stretch>
        </a:blipFill>
      </dgm:spPr>
    </dgm:pt>
  </dgm:ptLst>
  <dgm:cxnLst>
    <dgm:cxn modelId="{7CE7FD06-11CF-442E-A981-1F6045F384D8}" type="presOf" srcId="{C09787B4-4CE8-4C47-A710-1E0E7EE46A77}" destId="{608ED8B0-03C7-4E93-A44E-A44AF5095C37}" srcOrd="1" destOrd="0" presId="urn:microsoft.com/office/officeart/2005/8/layout/hList7"/>
    <dgm:cxn modelId="{ADDABF10-C958-487B-B616-49ABBA3AF8A0}" type="presOf" srcId="{9A08CDD1-5ECB-4B35-B38A-051761B34108}" destId="{A2580CD9-AB91-4EDA-9054-A9CDD54016FE}" srcOrd="0" destOrd="0" presId="urn:microsoft.com/office/officeart/2005/8/layout/hList7"/>
    <dgm:cxn modelId="{BAC9A518-CA98-4B83-B895-62025567E5D3}" type="presOf" srcId="{AF9143C4-60BC-44A6-93A1-CDB7868F26CC}" destId="{4B0BBF23-DF76-4755-AC05-720FC5C4E191}" srcOrd="0" destOrd="1" presId="urn:microsoft.com/office/officeart/2005/8/layout/hList7"/>
    <dgm:cxn modelId="{329D1223-FA0B-47CE-BD00-2C3E3D6EAF32}" type="presOf" srcId="{2285C014-BA13-4D4B-9555-94D751FE0883}" destId="{94A10D4B-0663-40CA-A0E1-A2B90C0BC68A}" srcOrd="0" destOrd="1" presId="urn:microsoft.com/office/officeart/2005/8/layout/hList7"/>
    <dgm:cxn modelId="{2603962E-AF7B-4F08-A267-5DB749343CDC}" type="presOf" srcId="{EA6600A3-C8A3-4CA5-B0F1-7410F4BB4945}" destId="{608ED8B0-03C7-4E93-A44E-A44AF5095C37}" srcOrd="1" destOrd="1" presId="urn:microsoft.com/office/officeart/2005/8/layout/hList7"/>
    <dgm:cxn modelId="{0F80932F-B4D7-41B3-8DD1-CA17D78C0596}" type="presOf" srcId="{33F6D18A-541D-4DD5-8A54-41FE853BBFD5}" destId="{A2580CD9-AB91-4EDA-9054-A9CDD54016FE}" srcOrd="0" destOrd="1" presId="urn:microsoft.com/office/officeart/2005/8/layout/hList7"/>
    <dgm:cxn modelId="{80FB8931-693F-46C2-89C7-BCE16809196B}" type="presOf" srcId="{E5BC8688-4A86-4DFD-AA31-A6E9B7F91B35}" destId="{77AE7FB9-5296-4C73-9ED5-EAB206DE3439}" srcOrd="0" destOrd="0" presId="urn:microsoft.com/office/officeart/2005/8/layout/hList7"/>
    <dgm:cxn modelId="{951C4035-FD83-4F87-87AC-D4812C6017DE}" srcId="{CEA4D1DF-E89C-4F0F-8EEA-A4E0131271CA}" destId="{AF9143C4-60BC-44A6-93A1-CDB7868F26CC}" srcOrd="0" destOrd="0" parTransId="{275FBB4A-504F-40AA-96E3-B35A1A01A0EA}" sibTransId="{49AB1682-BC27-4E80-971A-D66A270C5A28}"/>
    <dgm:cxn modelId="{A57E6B38-586F-478F-98B0-2AD611E0C02F}" type="presOf" srcId="{16ABB766-25E2-456E-A5D4-B630FAE20E2F}" destId="{94A10D4B-0663-40CA-A0E1-A2B90C0BC68A}" srcOrd="0" destOrd="0" presId="urn:microsoft.com/office/officeart/2005/8/layout/hList7"/>
    <dgm:cxn modelId="{79858940-F70B-4C89-92F7-C9DA753878B6}" type="presOf" srcId="{2285C014-BA13-4D4B-9555-94D751FE0883}" destId="{8F92D0AD-6DBE-4242-9280-D7AE9CE06C47}" srcOrd="1" destOrd="1" presId="urn:microsoft.com/office/officeart/2005/8/layout/hList7"/>
    <dgm:cxn modelId="{2DD75E5E-6427-4AD5-8AFF-B7620B512400}" type="presOf" srcId="{33F6D18A-541D-4DD5-8A54-41FE853BBFD5}" destId="{74D1B8DA-945D-453D-BF97-A9ED661F0CCE}" srcOrd="1" destOrd="1" presId="urn:microsoft.com/office/officeart/2005/8/layout/hList7"/>
    <dgm:cxn modelId="{B2ABCC68-5627-4C00-BA1A-DD8832065FB1}" srcId="{E5BC8688-4A86-4DFD-AA31-A6E9B7F91B35}" destId="{16ABB766-25E2-456E-A5D4-B630FAE20E2F}" srcOrd="3" destOrd="0" parTransId="{8C5D5226-10D7-417B-8DE7-D1BDA70E7573}" sibTransId="{60E65C77-F4FE-4CE6-88FE-D1E70A9889FF}"/>
    <dgm:cxn modelId="{6D5C206A-9370-4EF8-94ED-32F7B61FD8BF}" type="presOf" srcId="{EA6600A3-C8A3-4CA5-B0F1-7410F4BB4945}" destId="{FEA22159-BDB5-453B-A0B5-F987E75E86C9}" srcOrd="0" destOrd="1" presId="urn:microsoft.com/office/officeart/2005/8/layout/hList7"/>
    <dgm:cxn modelId="{A732FA70-7292-4068-9047-4C5881E5AA23}" srcId="{E5BC8688-4A86-4DFD-AA31-A6E9B7F91B35}" destId="{CEA4D1DF-E89C-4F0F-8EEA-A4E0131271CA}" srcOrd="2" destOrd="0" parTransId="{17158DCF-4EF4-4FBA-8A51-83C0976429E4}" sibTransId="{9D8031DA-605D-4761-A174-87591BB74C76}"/>
    <dgm:cxn modelId="{6CEFC352-D360-46E2-AFF3-B71CAC7A4DFA}" type="presOf" srcId="{B7008CFF-9FD3-4E7E-B57B-F6E5283C9E34}" destId="{BCF722B7-5BAF-4214-8993-AE731BD50CA0}" srcOrd="1" destOrd="0" presId="urn:microsoft.com/office/officeart/2005/8/layout/hList7"/>
    <dgm:cxn modelId="{541C6B53-AA86-408C-A6A0-ECCD9AC39048}" type="presOf" srcId="{CD8C50A2-F8D5-4981-B944-466369217852}" destId="{BCF722B7-5BAF-4214-8993-AE731BD50CA0}" srcOrd="1" destOrd="1" presId="urn:microsoft.com/office/officeart/2005/8/layout/hList7"/>
    <dgm:cxn modelId="{6D422575-A649-488D-91DA-A9EE2FF817F1}" type="presOf" srcId="{CC46DD29-A53F-46B2-975A-B8B0D18D315C}" destId="{37C7BD0A-22CC-4D29-A97E-FA14233C87A6}" srcOrd="0" destOrd="0" presId="urn:microsoft.com/office/officeart/2005/8/layout/hList7"/>
    <dgm:cxn modelId="{E10C4A76-8F3B-4918-8FC9-0819DFFDDB81}" type="presOf" srcId="{9A08CDD1-5ECB-4B35-B38A-051761B34108}" destId="{74D1B8DA-945D-453D-BF97-A9ED661F0CCE}" srcOrd="1" destOrd="0" presId="urn:microsoft.com/office/officeart/2005/8/layout/hList7"/>
    <dgm:cxn modelId="{74AC9657-A51C-4DDA-804E-B3936A261809}" type="presOf" srcId="{CEA4D1DF-E89C-4F0F-8EEA-A4E0131271CA}" destId="{F413E0B0-7828-4DE9-8E79-EF8E3E05D0B6}" srcOrd="1" destOrd="0" presId="urn:microsoft.com/office/officeart/2005/8/layout/hList7"/>
    <dgm:cxn modelId="{19FA9957-D60C-4830-A905-3A29BADF1762}" type="presOf" srcId="{CD8C50A2-F8D5-4981-B944-466369217852}" destId="{0A000C0C-3808-4DB2-847E-ED1640C8842F}" srcOrd="0" destOrd="1" presId="urn:microsoft.com/office/officeart/2005/8/layout/hList7"/>
    <dgm:cxn modelId="{921C3293-128B-4425-8BA3-500A2730BE5F}" srcId="{E5BC8688-4A86-4DFD-AA31-A6E9B7F91B35}" destId="{C09787B4-4CE8-4C47-A710-1E0E7EE46A77}" srcOrd="0" destOrd="0" parTransId="{AD9E4024-0A52-4ED4-9348-B4757FA5653F}" sibTransId="{5A6F39FD-9FDD-470D-A800-AB797357DB55}"/>
    <dgm:cxn modelId="{6D1460A1-A163-4C35-9D73-B71B791A76CA}" type="presOf" srcId="{9D8031DA-605D-4761-A174-87591BB74C76}" destId="{29669A25-4500-4C69-AB03-830AA2DA0984}" srcOrd="0" destOrd="0" presId="urn:microsoft.com/office/officeart/2005/8/layout/hList7"/>
    <dgm:cxn modelId="{F7AFC1A2-0379-4853-B90C-308051C776C1}" srcId="{E5BC8688-4A86-4DFD-AA31-A6E9B7F91B35}" destId="{9A08CDD1-5ECB-4B35-B38A-051761B34108}" srcOrd="4" destOrd="0" parTransId="{5A435899-F403-4733-AA65-067488A51282}" sibTransId="{FC2B7323-14D1-4E95-B628-7B30382387BD}"/>
    <dgm:cxn modelId="{61BA4BA4-B1C2-43AE-A939-EE5BC2C4DDD8}" type="presOf" srcId="{16ABB766-25E2-456E-A5D4-B630FAE20E2F}" destId="{8F92D0AD-6DBE-4242-9280-D7AE9CE06C47}" srcOrd="1" destOrd="0" presId="urn:microsoft.com/office/officeart/2005/8/layout/hList7"/>
    <dgm:cxn modelId="{667CCBA4-AE57-4D3E-AF57-45EF65869AAD}" type="presOf" srcId="{AF9143C4-60BC-44A6-93A1-CDB7868F26CC}" destId="{F413E0B0-7828-4DE9-8E79-EF8E3E05D0B6}" srcOrd="1" destOrd="1" presId="urn:microsoft.com/office/officeart/2005/8/layout/hList7"/>
    <dgm:cxn modelId="{9048DBAD-0268-43A2-97A4-DFFBBF255E7D}" type="presOf" srcId="{CEA4D1DF-E89C-4F0F-8EEA-A4E0131271CA}" destId="{4B0BBF23-DF76-4755-AC05-720FC5C4E191}" srcOrd="0" destOrd="0" presId="urn:microsoft.com/office/officeart/2005/8/layout/hList7"/>
    <dgm:cxn modelId="{9EB797B3-6C2B-44FA-A011-65D4DAC35149}" type="presOf" srcId="{B7008CFF-9FD3-4E7E-B57B-F6E5283C9E34}" destId="{0A000C0C-3808-4DB2-847E-ED1640C8842F}" srcOrd="0" destOrd="0" presId="urn:microsoft.com/office/officeart/2005/8/layout/hList7"/>
    <dgm:cxn modelId="{DC33C3B8-CA48-4659-9388-878B178E773F}" srcId="{9A08CDD1-5ECB-4B35-B38A-051761B34108}" destId="{33F6D18A-541D-4DD5-8A54-41FE853BBFD5}" srcOrd="0" destOrd="0" parTransId="{83B42CDA-6D2F-483C-AABA-62557D03A5DD}" sibTransId="{87A356BD-AC16-4239-BD1E-3219FAB92C2F}"/>
    <dgm:cxn modelId="{5EF625BC-2249-4642-B99B-EEA20BA7546F}" srcId="{16ABB766-25E2-456E-A5D4-B630FAE20E2F}" destId="{2285C014-BA13-4D4B-9555-94D751FE0883}" srcOrd="0" destOrd="0" parTransId="{0F36978C-3E16-4220-810A-881FF2B55A31}" sibTransId="{4EC3575C-1BA5-4622-85EC-5B858CD4D792}"/>
    <dgm:cxn modelId="{5D7DB2BF-9A2E-4129-993A-FCC3BC6C6378}" srcId="{E5BC8688-4A86-4DFD-AA31-A6E9B7F91B35}" destId="{B7008CFF-9FD3-4E7E-B57B-F6E5283C9E34}" srcOrd="1" destOrd="0" parTransId="{669F2B87-7BAB-4BDB-B064-21BC3A8C47E0}" sibTransId="{CC46DD29-A53F-46B2-975A-B8B0D18D315C}"/>
    <dgm:cxn modelId="{DF2CBCC5-6FAE-4C13-AF17-3FAAF22D3233}" type="presOf" srcId="{C09787B4-4CE8-4C47-A710-1E0E7EE46A77}" destId="{FEA22159-BDB5-453B-A0B5-F987E75E86C9}" srcOrd="0" destOrd="0" presId="urn:microsoft.com/office/officeart/2005/8/layout/hList7"/>
    <dgm:cxn modelId="{4E6155CE-6E11-430B-B65E-8B1AD37465CB}" type="presOf" srcId="{5A6F39FD-9FDD-470D-A800-AB797357DB55}" destId="{76C29383-0CAA-4CD2-B818-D3D885EABF12}" srcOrd="0" destOrd="0" presId="urn:microsoft.com/office/officeart/2005/8/layout/hList7"/>
    <dgm:cxn modelId="{2F445AD4-8500-402E-B868-7EC1DC8EE777}" srcId="{C09787B4-4CE8-4C47-A710-1E0E7EE46A77}" destId="{EA6600A3-C8A3-4CA5-B0F1-7410F4BB4945}" srcOrd="0" destOrd="0" parTransId="{9A29BD5F-391E-4B2A-87F0-FE8188338119}" sibTransId="{B32B91A4-9DE7-4408-AFF8-7673CFBA4AA6}"/>
    <dgm:cxn modelId="{EA4D15EB-3964-4FEE-9E3B-8255047F9FAC}" srcId="{B7008CFF-9FD3-4E7E-B57B-F6E5283C9E34}" destId="{CD8C50A2-F8D5-4981-B944-466369217852}" srcOrd="0" destOrd="0" parTransId="{598224B0-01C0-4A5C-A849-4B57D41372FB}" sibTransId="{FED89110-F69C-463C-849A-7A7578D8A23A}"/>
    <dgm:cxn modelId="{DCCF6AFA-A524-4077-8303-8697979C24A8}" type="presOf" srcId="{60E65C77-F4FE-4CE6-88FE-D1E70A9889FF}" destId="{A281591A-AC1C-4ED2-A7ED-4D44684A65BC}" srcOrd="0" destOrd="0" presId="urn:microsoft.com/office/officeart/2005/8/layout/hList7"/>
    <dgm:cxn modelId="{8316699C-8D63-409E-9CC1-F2951C7AB2D0}" type="presParOf" srcId="{77AE7FB9-5296-4C73-9ED5-EAB206DE3439}" destId="{6ECFAED5-BE9F-459B-81C4-269A0569ABF5}" srcOrd="0" destOrd="0" presId="urn:microsoft.com/office/officeart/2005/8/layout/hList7"/>
    <dgm:cxn modelId="{7D258CDA-DF9A-4896-89D0-D4BBA4F5B40A}" type="presParOf" srcId="{77AE7FB9-5296-4C73-9ED5-EAB206DE3439}" destId="{FD77EAB6-B810-4A5D-93A3-7915889D1E03}" srcOrd="1" destOrd="0" presId="urn:microsoft.com/office/officeart/2005/8/layout/hList7"/>
    <dgm:cxn modelId="{A65DABD9-FF5B-4550-9F3C-65911D64B3A5}" type="presParOf" srcId="{FD77EAB6-B810-4A5D-93A3-7915889D1E03}" destId="{A03626FA-6B8B-41B3-A423-88E9CD504000}" srcOrd="0" destOrd="0" presId="urn:microsoft.com/office/officeart/2005/8/layout/hList7"/>
    <dgm:cxn modelId="{73989AAB-C7BC-4AC3-B2B4-2F15843CEAB1}" type="presParOf" srcId="{A03626FA-6B8B-41B3-A423-88E9CD504000}" destId="{FEA22159-BDB5-453B-A0B5-F987E75E86C9}" srcOrd="0" destOrd="0" presId="urn:microsoft.com/office/officeart/2005/8/layout/hList7"/>
    <dgm:cxn modelId="{6DD2851B-FF1B-4BCA-8DE9-6D2050AD19F4}" type="presParOf" srcId="{A03626FA-6B8B-41B3-A423-88E9CD504000}" destId="{608ED8B0-03C7-4E93-A44E-A44AF5095C37}" srcOrd="1" destOrd="0" presId="urn:microsoft.com/office/officeart/2005/8/layout/hList7"/>
    <dgm:cxn modelId="{DE23A308-E386-402C-99E6-F50449C89AB9}" type="presParOf" srcId="{A03626FA-6B8B-41B3-A423-88E9CD504000}" destId="{29430B7B-734C-4633-A36D-52EC061A6C6D}" srcOrd="2" destOrd="0" presId="urn:microsoft.com/office/officeart/2005/8/layout/hList7"/>
    <dgm:cxn modelId="{11EFC96D-1160-4077-8CAE-ABB1921FE9C3}" type="presParOf" srcId="{A03626FA-6B8B-41B3-A423-88E9CD504000}" destId="{17BB4B0A-8205-4076-944A-248F1EFB536A}" srcOrd="3" destOrd="0" presId="urn:microsoft.com/office/officeart/2005/8/layout/hList7"/>
    <dgm:cxn modelId="{8A36B4E1-55E8-492A-8265-1FFB9F7265BB}" type="presParOf" srcId="{FD77EAB6-B810-4A5D-93A3-7915889D1E03}" destId="{76C29383-0CAA-4CD2-B818-D3D885EABF12}" srcOrd="1" destOrd="0" presId="urn:microsoft.com/office/officeart/2005/8/layout/hList7"/>
    <dgm:cxn modelId="{7BA0D9B3-6E40-4BB3-B4E9-A40AB72C9310}" type="presParOf" srcId="{FD77EAB6-B810-4A5D-93A3-7915889D1E03}" destId="{3C884A2A-9409-4921-B6AB-4908270D5861}" srcOrd="2" destOrd="0" presId="urn:microsoft.com/office/officeart/2005/8/layout/hList7"/>
    <dgm:cxn modelId="{8A741C19-D90C-4371-8C5C-3FE0FADE4FB1}" type="presParOf" srcId="{3C884A2A-9409-4921-B6AB-4908270D5861}" destId="{0A000C0C-3808-4DB2-847E-ED1640C8842F}" srcOrd="0" destOrd="0" presId="urn:microsoft.com/office/officeart/2005/8/layout/hList7"/>
    <dgm:cxn modelId="{A47273BD-4DCF-438C-86FB-46F131A3B378}" type="presParOf" srcId="{3C884A2A-9409-4921-B6AB-4908270D5861}" destId="{BCF722B7-5BAF-4214-8993-AE731BD50CA0}" srcOrd="1" destOrd="0" presId="urn:microsoft.com/office/officeart/2005/8/layout/hList7"/>
    <dgm:cxn modelId="{E00AFD02-ADE0-4C37-998C-34B624F615DF}" type="presParOf" srcId="{3C884A2A-9409-4921-B6AB-4908270D5861}" destId="{5FBDB49D-189A-4B60-B1AD-476B4D864A78}" srcOrd="2" destOrd="0" presId="urn:microsoft.com/office/officeart/2005/8/layout/hList7"/>
    <dgm:cxn modelId="{25B3CEFC-3384-4CAA-8308-E8C4C1F5DD1C}" type="presParOf" srcId="{3C884A2A-9409-4921-B6AB-4908270D5861}" destId="{EBAFDE14-F999-47C5-AF10-AC220812774A}" srcOrd="3" destOrd="0" presId="urn:microsoft.com/office/officeart/2005/8/layout/hList7"/>
    <dgm:cxn modelId="{5D1854E4-8A50-46E6-A5D3-32D8EAEBB04B}" type="presParOf" srcId="{FD77EAB6-B810-4A5D-93A3-7915889D1E03}" destId="{37C7BD0A-22CC-4D29-A97E-FA14233C87A6}" srcOrd="3" destOrd="0" presId="urn:microsoft.com/office/officeart/2005/8/layout/hList7"/>
    <dgm:cxn modelId="{D20EBD12-7417-42ED-AC33-C5AFDBA51844}" type="presParOf" srcId="{FD77EAB6-B810-4A5D-93A3-7915889D1E03}" destId="{E93E385B-8FD7-4AF8-A655-F8732D7C1C85}" srcOrd="4" destOrd="0" presId="urn:microsoft.com/office/officeart/2005/8/layout/hList7"/>
    <dgm:cxn modelId="{71A4024D-4A6E-4D19-BD80-B953C6F35D2E}" type="presParOf" srcId="{E93E385B-8FD7-4AF8-A655-F8732D7C1C85}" destId="{4B0BBF23-DF76-4755-AC05-720FC5C4E191}" srcOrd="0" destOrd="0" presId="urn:microsoft.com/office/officeart/2005/8/layout/hList7"/>
    <dgm:cxn modelId="{2D3EA22E-9855-48A7-AE68-75F143179AC9}" type="presParOf" srcId="{E93E385B-8FD7-4AF8-A655-F8732D7C1C85}" destId="{F413E0B0-7828-4DE9-8E79-EF8E3E05D0B6}" srcOrd="1" destOrd="0" presId="urn:microsoft.com/office/officeart/2005/8/layout/hList7"/>
    <dgm:cxn modelId="{2ED84122-5EC9-4221-A7D3-04E4FFCAEBBA}" type="presParOf" srcId="{E93E385B-8FD7-4AF8-A655-F8732D7C1C85}" destId="{74585208-CBF6-4829-95A9-3132625D0B3C}" srcOrd="2" destOrd="0" presId="urn:microsoft.com/office/officeart/2005/8/layout/hList7"/>
    <dgm:cxn modelId="{4DD61572-05AB-4AE6-8624-16DB557193EF}" type="presParOf" srcId="{E93E385B-8FD7-4AF8-A655-F8732D7C1C85}" destId="{1FAED677-91C8-4DE0-962C-D71FCDFA9C34}" srcOrd="3" destOrd="0" presId="urn:microsoft.com/office/officeart/2005/8/layout/hList7"/>
    <dgm:cxn modelId="{1A5F05B9-8857-43D2-A2DB-A886AF0F7E4D}" type="presParOf" srcId="{FD77EAB6-B810-4A5D-93A3-7915889D1E03}" destId="{29669A25-4500-4C69-AB03-830AA2DA0984}" srcOrd="5" destOrd="0" presId="urn:microsoft.com/office/officeart/2005/8/layout/hList7"/>
    <dgm:cxn modelId="{A438B5AE-2C4A-4DBB-AE1C-3A093C5E837B}" type="presParOf" srcId="{FD77EAB6-B810-4A5D-93A3-7915889D1E03}" destId="{46648728-376F-4B4E-90ED-FA45D0D22DFF}" srcOrd="6" destOrd="0" presId="urn:microsoft.com/office/officeart/2005/8/layout/hList7"/>
    <dgm:cxn modelId="{86FD5026-584D-406C-B72C-86CD24E44F64}" type="presParOf" srcId="{46648728-376F-4B4E-90ED-FA45D0D22DFF}" destId="{94A10D4B-0663-40CA-A0E1-A2B90C0BC68A}" srcOrd="0" destOrd="0" presId="urn:microsoft.com/office/officeart/2005/8/layout/hList7"/>
    <dgm:cxn modelId="{244D0054-1876-4AEB-8A4C-A995CD264165}" type="presParOf" srcId="{46648728-376F-4B4E-90ED-FA45D0D22DFF}" destId="{8F92D0AD-6DBE-4242-9280-D7AE9CE06C47}" srcOrd="1" destOrd="0" presId="urn:microsoft.com/office/officeart/2005/8/layout/hList7"/>
    <dgm:cxn modelId="{0B7069DA-6543-495B-BC2F-EA05147C7A4A}" type="presParOf" srcId="{46648728-376F-4B4E-90ED-FA45D0D22DFF}" destId="{FB1D8C9D-B2AD-4F3B-AC4C-C570A3E40C96}" srcOrd="2" destOrd="0" presId="urn:microsoft.com/office/officeart/2005/8/layout/hList7"/>
    <dgm:cxn modelId="{89E84954-6220-4A3E-944E-F4AE69327579}" type="presParOf" srcId="{46648728-376F-4B4E-90ED-FA45D0D22DFF}" destId="{768D88FC-8954-4C2B-BF77-9CAE392F54AB}" srcOrd="3" destOrd="0" presId="urn:microsoft.com/office/officeart/2005/8/layout/hList7"/>
    <dgm:cxn modelId="{FEC8B77A-8779-4F46-AC57-3BC199580BC3}" type="presParOf" srcId="{FD77EAB6-B810-4A5D-93A3-7915889D1E03}" destId="{A281591A-AC1C-4ED2-A7ED-4D44684A65BC}" srcOrd="7" destOrd="0" presId="urn:microsoft.com/office/officeart/2005/8/layout/hList7"/>
    <dgm:cxn modelId="{C27963CF-BF92-4469-BA02-85976536D65A}" type="presParOf" srcId="{FD77EAB6-B810-4A5D-93A3-7915889D1E03}" destId="{FFC039B5-C572-4F3B-963E-2D2685EBC74F}" srcOrd="8" destOrd="0" presId="urn:microsoft.com/office/officeart/2005/8/layout/hList7"/>
    <dgm:cxn modelId="{5402039A-0158-4F6E-9639-BB48E0AD9A58}" type="presParOf" srcId="{FFC039B5-C572-4F3B-963E-2D2685EBC74F}" destId="{A2580CD9-AB91-4EDA-9054-A9CDD54016FE}" srcOrd="0" destOrd="0" presId="urn:microsoft.com/office/officeart/2005/8/layout/hList7"/>
    <dgm:cxn modelId="{81D1C233-0BA0-4716-81C7-206E05CD00B9}" type="presParOf" srcId="{FFC039B5-C572-4F3B-963E-2D2685EBC74F}" destId="{74D1B8DA-945D-453D-BF97-A9ED661F0CCE}" srcOrd="1" destOrd="0" presId="urn:microsoft.com/office/officeart/2005/8/layout/hList7"/>
    <dgm:cxn modelId="{5712AA50-8D5E-4F3B-A41A-D3770D9CCDE2}" type="presParOf" srcId="{FFC039B5-C572-4F3B-963E-2D2685EBC74F}" destId="{9306DA36-04A5-4515-B4AC-DE1FDCC97543}" srcOrd="2" destOrd="0" presId="urn:microsoft.com/office/officeart/2005/8/layout/hList7"/>
    <dgm:cxn modelId="{BA7D02F7-CA0F-47A0-933B-37050C20522F}" type="presParOf" srcId="{FFC039B5-C572-4F3B-963E-2D2685EBC74F}" destId="{8F7D5845-90C6-4039-B3D5-AEEA2AFD820A}" srcOrd="3" destOrd="0" presId="urn:microsoft.com/office/officeart/2005/8/layout/hList7"/>
  </dgm:cxnLst>
  <dgm:bg/>
  <dgm:whole>
    <a:ln>
      <a:solidFill>
        <a:schemeClr val="accent2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152E0-8093-4AB8-BF8C-2BE2E00EBC37}">
      <dsp:nvSpPr>
        <dsp:cNvPr id="0" name=""/>
        <dsp:cNvSpPr/>
      </dsp:nvSpPr>
      <dsp:spPr>
        <a:xfrm>
          <a:off x="0" y="270933"/>
          <a:ext cx="4876800" cy="48768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C117F-4440-475A-8DAA-FAC2470CCF56}">
      <dsp:nvSpPr>
        <dsp:cNvPr id="0" name=""/>
        <dsp:cNvSpPr/>
      </dsp:nvSpPr>
      <dsp:spPr>
        <a:xfrm>
          <a:off x="2438400" y="270933"/>
          <a:ext cx="5689599" cy="487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Set Goals</a:t>
          </a:r>
        </a:p>
      </dsp:txBody>
      <dsp:txXfrm>
        <a:off x="2438400" y="270933"/>
        <a:ext cx="2844799" cy="780288"/>
      </dsp:txXfrm>
    </dsp:sp>
    <dsp:sp modelId="{5C66DECF-8B1B-4D95-BD25-C95345A39E23}">
      <dsp:nvSpPr>
        <dsp:cNvPr id="0" name=""/>
        <dsp:cNvSpPr/>
      </dsp:nvSpPr>
      <dsp:spPr>
        <a:xfrm>
          <a:off x="512064" y="1051221"/>
          <a:ext cx="3852672" cy="385267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60A75-B5E7-4844-A97E-CD0FE4D16448}">
      <dsp:nvSpPr>
        <dsp:cNvPr id="0" name=""/>
        <dsp:cNvSpPr/>
      </dsp:nvSpPr>
      <dsp:spPr>
        <a:xfrm>
          <a:off x="2438400" y="1051221"/>
          <a:ext cx="5689599" cy="385267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Know your audience</a:t>
          </a:r>
        </a:p>
      </dsp:txBody>
      <dsp:txXfrm>
        <a:off x="2438400" y="1051221"/>
        <a:ext cx="2844799" cy="780287"/>
      </dsp:txXfrm>
    </dsp:sp>
    <dsp:sp modelId="{89847AF2-51F6-4BEF-88D2-9D6C4FFE8699}">
      <dsp:nvSpPr>
        <dsp:cNvPr id="0" name=""/>
        <dsp:cNvSpPr/>
      </dsp:nvSpPr>
      <dsp:spPr>
        <a:xfrm>
          <a:off x="1024128" y="1831509"/>
          <a:ext cx="2828544" cy="282854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29CA0-C5E6-4E0B-999B-A04E81337219}">
      <dsp:nvSpPr>
        <dsp:cNvPr id="0" name=""/>
        <dsp:cNvSpPr/>
      </dsp:nvSpPr>
      <dsp:spPr>
        <a:xfrm>
          <a:off x="2438400" y="1831509"/>
          <a:ext cx="5689599" cy="28285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Choose Platforms</a:t>
          </a:r>
        </a:p>
      </dsp:txBody>
      <dsp:txXfrm>
        <a:off x="2438400" y="1831509"/>
        <a:ext cx="2844799" cy="780288"/>
      </dsp:txXfrm>
    </dsp:sp>
    <dsp:sp modelId="{BE6EB616-0549-4317-9C81-212E1BE6876C}">
      <dsp:nvSpPr>
        <dsp:cNvPr id="0" name=""/>
        <dsp:cNvSpPr/>
      </dsp:nvSpPr>
      <dsp:spPr>
        <a:xfrm>
          <a:off x="1536192" y="2611797"/>
          <a:ext cx="1804416" cy="180441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D3D53-6D6E-4A69-AF4F-BC16837F26E6}">
      <dsp:nvSpPr>
        <dsp:cNvPr id="0" name=""/>
        <dsp:cNvSpPr/>
      </dsp:nvSpPr>
      <dsp:spPr>
        <a:xfrm>
          <a:off x="2438400" y="2611797"/>
          <a:ext cx="5689599" cy="180441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Create Content Plan</a:t>
          </a:r>
        </a:p>
      </dsp:txBody>
      <dsp:txXfrm>
        <a:off x="2438400" y="2611797"/>
        <a:ext cx="2844799" cy="780288"/>
      </dsp:txXfrm>
    </dsp:sp>
    <dsp:sp modelId="{1DC49994-49B7-496A-85CF-0AA96310F5B6}">
      <dsp:nvSpPr>
        <dsp:cNvPr id="0" name=""/>
        <dsp:cNvSpPr/>
      </dsp:nvSpPr>
      <dsp:spPr>
        <a:xfrm>
          <a:off x="2048256" y="3392085"/>
          <a:ext cx="780288" cy="78028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4BC85-7F15-46A5-8365-0DF8DA1A50C0}">
      <dsp:nvSpPr>
        <dsp:cNvPr id="0" name=""/>
        <dsp:cNvSpPr/>
      </dsp:nvSpPr>
      <dsp:spPr>
        <a:xfrm>
          <a:off x="2438400" y="3392085"/>
          <a:ext cx="5689599" cy="78028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Monitor and adjust</a:t>
          </a:r>
        </a:p>
      </dsp:txBody>
      <dsp:txXfrm>
        <a:off x="2438400" y="3392085"/>
        <a:ext cx="2844799" cy="780288"/>
      </dsp:txXfrm>
    </dsp:sp>
    <dsp:sp modelId="{8E81F244-7DC1-4954-8003-4DEBFE270A93}">
      <dsp:nvSpPr>
        <dsp:cNvPr id="0" name=""/>
        <dsp:cNvSpPr/>
      </dsp:nvSpPr>
      <dsp:spPr>
        <a:xfrm>
          <a:off x="5283200" y="270933"/>
          <a:ext cx="2844799" cy="78028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Brand Awareness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Lead Generation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Customer Loyalty</a:t>
          </a:r>
        </a:p>
      </dsp:txBody>
      <dsp:txXfrm>
        <a:off x="5283200" y="270933"/>
        <a:ext cx="2844799" cy="780288"/>
      </dsp:txXfrm>
    </dsp:sp>
    <dsp:sp modelId="{C1C4443C-1C02-44DD-8CE7-AED95DA8B89B}">
      <dsp:nvSpPr>
        <dsp:cNvPr id="0" name=""/>
        <dsp:cNvSpPr/>
      </dsp:nvSpPr>
      <dsp:spPr>
        <a:xfrm>
          <a:off x="5283200" y="1051221"/>
          <a:ext cx="2844799" cy="7802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Demographics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Interests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Behaviour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83200" y="1051221"/>
        <a:ext cx="2844799" cy="780287"/>
      </dsp:txXfrm>
    </dsp:sp>
    <dsp:sp modelId="{BABA7E44-D823-419C-863B-870FAA3141A7}">
      <dsp:nvSpPr>
        <dsp:cNvPr id="0" name=""/>
        <dsp:cNvSpPr/>
      </dsp:nvSpPr>
      <dsp:spPr>
        <a:xfrm>
          <a:off x="5283200" y="1831509"/>
          <a:ext cx="2844799" cy="78028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LinkedIn for B2B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Instagram for </a:t>
          </a:r>
          <a:r>
            <a:rPr lang="en-US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GenZ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Tiktok</a:t>
          </a: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 for </a:t>
          </a:r>
          <a:r>
            <a:rPr lang="en-US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GenZ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83200" y="1831509"/>
        <a:ext cx="2844799" cy="780288"/>
      </dsp:txXfrm>
    </dsp:sp>
    <dsp:sp modelId="{8D792F4C-28A8-4197-A515-42C58C464624}">
      <dsp:nvSpPr>
        <dsp:cNvPr id="0" name=""/>
        <dsp:cNvSpPr/>
      </dsp:nvSpPr>
      <dsp:spPr>
        <a:xfrm>
          <a:off x="5283200" y="2611797"/>
          <a:ext cx="2844799" cy="78028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Types of post.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Frequency.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Tone of voice.</a:t>
          </a:r>
        </a:p>
      </dsp:txBody>
      <dsp:txXfrm>
        <a:off x="5283200" y="2611797"/>
        <a:ext cx="2844799" cy="780288"/>
      </dsp:txXfrm>
    </dsp:sp>
    <dsp:sp modelId="{8C489753-5F86-44CC-87AF-E72C0C73FD63}">
      <dsp:nvSpPr>
        <dsp:cNvPr id="0" name=""/>
        <dsp:cNvSpPr/>
      </dsp:nvSpPr>
      <dsp:spPr>
        <a:xfrm>
          <a:off x="5283200" y="3392085"/>
          <a:ext cx="2844799" cy="78028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Analytics</a:t>
          </a:r>
        </a:p>
      </dsp:txBody>
      <dsp:txXfrm>
        <a:off x="5283200" y="3392085"/>
        <a:ext cx="2844799" cy="780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22159-BDB5-453B-A0B5-F987E75E86C9}">
      <dsp:nvSpPr>
        <dsp:cNvPr id="0" name=""/>
        <dsp:cNvSpPr/>
      </dsp:nvSpPr>
      <dsp:spPr>
        <a:xfrm>
          <a:off x="0" y="0"/>
          <a:ext cx="1681542" cy="541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Specific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+mn-lt"/>
            </a:rPr>
            <a:t>Ex : “Increase Instagram Followers by 10%”</a:t>
          </a:r>
        </a:p>
      </dsp:txBody>
      <dsp:txXfrm>
        <a:off x="0" y="2167466"/>
        <a:ext cx="1681542" cy="2167466"/>
      </dsp:txXfrm>
    </dsp:sp>
    <dsp:sp modelId="{17BB4B0A-8205-4076-944A-248F1EFB536A}">
      <dsp:nvSpPr>
        <dsp:cNvPr id="0" name=""/>
        <dsp:cNvSpPr/>
      </dsp:nvSpPr>
      <dsp:spPr>
        <a:xfrm>
          <a:off x="50446" y="325120"/>
          <a:ext cx="1580649" cy="180441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00C0C-3808-4DB2-847E-ED1640C8842F}">
      <dsp:nvSpPr>
        <dsp:cNvPr id="0" name=""/>
        <dsp:cNvSpPr/>
      </dsp:nvSpPr>
      <dsp:spPr>
        <a:xfrm>
          <a:off x="1731988" y="0"/>
          <a:ext cx="1681542" cy="541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237109"/>
                <a:satOff val="500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37109"/>
                <a:satOff val="500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37109"/>
                <a:satOff val="500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j-lt"/>
            </a:rPr>
            <a:t>Measurable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chemeClr val="tx1"/>
              </a:solidFill>
              <a:latin typeface="+mn-lt"/>
            </a:rPr>
            <a:t>Track progress with metrics (</a:t>
          </a:r>
          <a:r>
            <a:rPr lang="en-US" sz="1300" kern="1200" dirty="0" err="1">
              <a:solidFill>
                <a:schemeClr val="tx1"/>
              </a:solidFill>
              <a:latin typeface="+mn-lt"/>
            </a:rPr>
            <a:t>e.g</a:t>
          </a:r>
          <a:r>
            <a:rPr lang="en-US" sz="1300" kern="1200" dirty="0">
              <a:solidFill>
                <a:schemeClr val="tx1"/>
              </a:solidFill>
              <a:latin typeface="+mn-lt"/>
            </a:rPr>
            <a:t>: follower count, clicks)</a:t>
          </a:r>
        </a:p>
      </dsp:txBody>
      <dsp:txXfrm>
        <a:off x="1731988" y="2167466"/>
        <a:ext cx="1681542" cy="2167466"/>
      </dsp:txXfrm>
    </dsp:sp>
    <dsp:sp modelId="{EBAFDE14-F999-47C5-AF10-AC220812774A}">
      <dsp:nvSpPr>
        <dsp:cNvPr id="0" name=""/>
        <dsp:cNvSpPr/>
      </dsp:nvSpPr>
      <dsp:spPr>
        <a:xfrm>
          <a:off x="1782434" y="325120"/>
          <a:ext cx="1580649" cy="1804416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BBF23-DF76-4755-AC05-720FC5C4E191}">
      <dsp:nvSpPr>
        <dsp:cNvPr id="0" name=""/>
        <dsp:cNvSpPr/>
      </dsp:nvSpPr>
      <dsp:spPr>
        <a:xfrm>
          <a:off x="3463976" y="0"/>
          <a:ext cx="1681542" cy="541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474219"/>
                <a:satOff val="1001"/>
                <a:lumOff val="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74219"/>
                <a:satOff val="1001"/>
                <a:lumOff val="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74219"/>
                <a:satOff val="1001"/>
                <a:lumOff val="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Achievable</a:t>
          </a:r>
          <a:endParaRPr lang="en-US" sz="2300" kern="1200" dirty="0">
            <a:latin typeface="+mj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+mn-lt"/>
            </a:rPr>
            <a:t>Realistic based on resources/  time.</a:t>
          </a:r>
        </a:p>
      </dsp:txBody>
      <dsp:txXfrm>
        <a:off x="3463976" y="2167466"/>
        <a:ext cx="1681542" cy="2167466"/>
      </dsp:txXfrm>
    </dsp:sp>
    <dsp:sp modelId="{1FAED677-91C8-4DE0-962C-D71FCDFA9C34}">
      <dsp:nvSpPr>
        <dsp:cNvPr id="0" name=""/>
        <dsp:cNvSpPr/>
      </dsp:nvSpPr>
      <dsp:spPr>
        <a:xfrm>
          <a:off x="3514423" y="325120"/>
          <a:ext cx="1580649" cy="1804416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36000" r="-36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10D4B-0663-40CA-A0E1-A2B90C0BC68A}">
      <dsp:nvSpPr>
        <dsp:cNvPr id="0" name=""/>
        <dsp:cNvSpPr/>
      </dsp:nvSpPr>
      <dsp:spPr>
        <a:xfrm>
          <a:off x="5195965" y="0"/>
          <a:ext cx="1681542" cy="541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9711328"/>
                <a:satOff val="1501"/>
                <a:lumOff val="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711328"/>
                <a:satOff val="1501"/>
                <a:lumOff val="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711328"/>
                <a:satOff val="1501"/>
                <a:lumOff val="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+mj-lt"/>
            </a:rPr>
            <a:t>Relevant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+mn-lt"/>
            </a:rPr>
            <a:t>Align With Business Objectives</a:t>
          </a:r>
        </a:p>
      </dsp:txBody>
      <dsp:txXfrm>
        <a:off x="5195965" y="2167466"/>
        <a:ext cx="1681542" cy="2167466"/>
      </dsp:txXfrm>
    </dsp:sp>
    <dsp:sp modelId="{768D88FC-8954-4C2B-BF77-9CAE392F54AB}">
      <dsp:nvSpPr>
        <dsp:cNvPr id="0" name=""/>
        <dsp:cNvSpPr/>
      </dsp:nvSpPr>
      <dsp:spPr>
        <a:xfrm>
          <a:off x="5246411" y="325120"/>
          <a:ext cx="1580649" cy="1804416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4000" r="-34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80CD9-AB91-4EDA-9054-A9CDD54016FE}">
      <dsp:nvSpPr>
        <dsp:cNvPr id="0" name=""/>
        <dsp:cNvSpPr/>
      </dsp:nvSpPr>
      <dsp:spPr>
        <a:xfrm>
          <a:off x="6927953" y="0"/>
          <a:ext cx="1681542" cy="541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2948438"/>
                <a:satOff val="2002"/>
                <a:lumOff val="7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948438"/>
                <a:satOff val="2002"/>
                <a:lumOff val="7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948438"/>
                <a:satOff val="2002"/>
                <a:lumOff val="7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+mj-lt"/>
            </a:rPr>
            <a:t>Time Bound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/>
              </a:solidFill>
              <a:latin typeface="+mn-lt"/>
            </a:rPr>
            <a:t>Set a deadline.</a:t>
          </a:r>
        </a:p>
      </dsp:txBody>
      <dsp:txXfrm>
        <a:off x="6927953" y="2167466"/>
        <a:ext cx="1681542" cy="2167466"/>
      </dsp:txXfrm>
    </dsp:sp>
    <dsp:sp modelId="{8F7D5845-90C6-4039-B3D5-AEEA2AFD820A}">
      <dsp:nvSpPr>
        <dsp:cNvPr id="0" name=""/>
        <dsp:cNvSpPr/>
      </dsp:nvSpPr>
      <dsp:spPr>
        <a:xfrm>
          <a:off x="6978400" y="325120"/>
          <a:ext cx="1580649" cy="180441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1000" r="-4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FAED5-BE9F-459B-81C4-269A0569ABF5}">
      <dsp:nvSpPr>
        <dsp:cNvPr id="0" name=""/>
        <dsp:cNvSpPr/>
      </dsp:nvSpPr>
      <dsp:spPr>
        <a:xfrm>
          <a:off x="344379" y="4334933"/>
          <a:ext cx="7920736" cy="812800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06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705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SOCIAL MEDIA MARKETING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32" y="582681"/>
            <a:ext cx="7301948" cy="69201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83026"/>
            <a:ext cx="6583680" cy="4358958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/>
              <a:t>What is Social Media marketing?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/>
              <a:t>Extended breakdown of Social Media marketing.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/>
              <a:t>Creating a Social Media Strategy.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/>
              <a:t>Example Use case.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/>
              <a:t>Practical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What is social media marketing?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D76178D-B0E7-417C-A911-0C9E60A9034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0730" r="30730"/>
          <a:stretch>
            <a:fillRect/>
          </a:stretch>
        </p:blipFill>
        <p:spPr>
          <a:xfrm>
            <a:off x="151798" y="1"/>
            <a:ext cx="4446705" cy="6321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8ADF43-F950-48FA-92E6-2AE322E4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96" y="0"/>
            <a:ext cx="5138266" cy="1033007"/>
          </a:xfrm>
        </p:spPr>
        <p:txBody>
          <a:bodyPr/>
          <a:lstStyle/>
          <a:p>
            <a:pPr algn="l"/>
            <a:r>
              <a:rPr lang="en-US" dirty="0"/>
              <a:t>Social media marketing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03B4EF-47A3-4440-B537-AAF2186AC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157179"/>
            <a:ext cx="5482821" cy="3891899"/>
          </a:xfrm>
        </p:spPr>
        <p:txBody>
          <a:bodyPr>
            <a:normAutofit fontScale="92500" lnSpcReduction="10000"/>
          </a:bodyPr>
          <a:lstStyle/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SMM is the use of social media platforms to promote a product, service, or brand.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Goals: Build brand awareness, engage with audiences, drive traffic, and generate leads/sales.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Platforms: Instagram, Facebook, Twitter, LinkedIn, TikTok, Pinterest, etc.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It’s a subset of digital marketing focused on social interaction and community building.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AutoShape 2" descr="A professional diagram showing a brand (GraminKonnect) in the center, connected to various social media platforms with arrows. The platforms include Instagram (📸), Facebook (📘), Twitter/X (🐦), YouTube (▶️), LinkedIn (🔗), and WhatsApp (💬). Each arrow represents engagement methods: 'Reels &amp; Stories' for Instagram, 'Community &amp; Posts' for Facebook, 'Tweets &amp; Updates' for Twitter/X, 'Videos &amp; Live Streams' for YouTube, 'Networking &amp; Articles' for LinkedIn, and 'Direct Messaging &amp; Groups' for WhatsApp. The design should be clean, modern, and visually engaging.">
            <a:extLst>
              <a:ext uri="{FF2B5EF4-FFF2-40B4-BE49-F238E27FC236}">
                <a16:creationId xmlns:a16="http://schemas.microsoft.com/office/drawing/2014/main" id="{DCD31500-75B0-46C4-BCBC-5E396C0A8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92D2BB5-7FB5-4A6F-8246-7C2E10B1C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183" y="818321"/>
            <a:ext cx="6506817" cy="587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Lightbulb with solid fill">
            <a:extLst>
              <a:ext uri="{FF2B5EF4-FFF2-40B4-BE49-F238E27FC236}">
                <a16:creationId xmlns:a16="http://schemas.microsoft.com/office/drawing/2014/main" id="{74F588B7-CBF0-4C81-897E-6E2A089B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955" y="4991983"/>
            <a:ext cx="914400" cy="7867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E1B52C-B8FE-4EC7-974C-DC6DD1EF6BA2}"/>
              </a:ext>
            </a:extLst>
          </p:cNvPr>
          <p:cNvSpPr txBox="1"/>
          <p:nvPr/>
        </p:nvSpPr>
        <p:spPr>
          <a:xfrm>
            <a:off x="1172816" y="5307431"/>
            <a:ext cx="4075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202C8F"/>
                </a:solidFill>
                <a:latin typeface="Bookman Old Style" panose="02050604050505020204" pitchFamily="18" charset="0"/>
              </a:rPr>
              <a:t>Which SM platform would you use for what type of promotion?</a:t>
            </a:r>
          </a:p>
        </p:txBody>
      </p:sp>
    </p:spTree>
    <p:extLst>
      <p:ext uri="{BB962C8B-B14F-4D97-AF65-F5344CB8AC3E}">
        <p14:creationId xmlns:p14="http://schemas.microsoft.com/office/powerpoint/2010/main" val="301627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8ADF43-F950-48FA-92E6-2AE322E4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5" y="359664"/>
            <a:ext cx="8193423" cy="681771"/>
          </a:xfrm>
        </p:spPr>
        <p:txBody>
          <a:bodyPr/>
          <a:lstStyle/>
          <a:p>
            <a:pPr algn="l"/>
            <a:r>
              <a:rPr lang="en-US" dirty="0"/>
              <a:t>The Importance of SMM in Today’s Business World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03B4EF-47A3-4440-B537-AAF2186AC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157179"/>
            <a:ext cx="6248400" cy="401370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effectLst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 4.5 billion people use social media globally (as of 2023 data, likely higher now).</a:t>
            </a: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 access to target audiences: Millennials, Gen Z, and even older demographics are active.</a:t>
            </a: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Cost-effective compared to traditional advertising.</a:t>
            </a: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Enables two-way communication: Brands can listen, respond, and build relationships.</a:t>
            </a: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AutoShape 2" descr="A professional diagram showing a brand (GraminKonnect) in the center, connected to various social media platforms with arrows. The platforms include Instagram (📸), Facebook (📘), Twitter/X (🐦), YouTube (▶️), LinkedIn (🔗), and WhatsApp (💬). Each arrow represents engagement methods: 'Reels &amp; Stories' for Instagram, 'Community &amp; Posts' for Facebook, 'Tweets &amp; Updates' for Twitter/X, 'Videos &amp; Live Streams' for YouTube, 'Networking &amp; Articles' for LinkedIn, and 'Direct Messaging &amp; Groups' for WhatsApp. The design should be clean, modern, and visually engaging.">
            <a:extLst>
              <a:ext uri="{FF2B5EF4-FFF2-40B4-BE49-F238E27FC236}">
                <a16:creationId xmlns:a16="http://schemas.microsoft.com/office/drawing/2014/main" id="{DCD31500-75B0-46C4-BCBC-5E396C0A8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Graphic 10" descr="Lightbulb with solid fill">
            <a:extLst>
              <a:ext uri="{FF2B5EF4-FFF2-40B4-BE49-F238E27FC236}">
                <a16:creationId xmlns:a16="http://schemas.microsoft.com/office/drawing/2014/main" id="{74F588B7-CBF0-4C81-897E-6E2A089BD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417" y="5307430"/>
            <a:ext cx="914400" cy="7867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E1B52C-B8FE-4EC7-974C-DC6DD1EF6BA2}"/>
              </a:ext>
            </a:extLst>
          </p:cNvPr>
          <p:cNvSpPr txBox="1"/>
          <p:nvPr/>
        </p:nvSpPr>
        <p:spPr>
          <a:xfrm>
            <a:off x="1046922" y="5307431"/>
            <a:ext cx="5353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solidFill>
                  <a:srgbClr val="202C8F"/>
                </a:solidFill>
                <a:latin typeface="Bookman Old Style" panose="02050604050505020204" pitchFamily="18" charset="0"/>
              </a:rPr>
              <a:t>“80% of consumers are more likely to buy from a brand they follow on social media. Why do you think that is?”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1C0755-FB36-4244-8159-76B211E93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41435"/>
            <a:ext cx="5966525" cy="530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43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1357" y="1061623"/>
            <a:ext cx="6559826" cy="4739104"/>
          </a:xfrm>
        </p:spPr>
        <p:txBody>
          <a:bodyPr/>
          <a:lstStyle/>
          <a:p>
            <a:r>
              <a:rPr lang="en-US" dirty="0"/>
              <a:t>Extended Breakdown of Social Media Marketing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D76178D-B0E7-417C-A911-0C9E60A9034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0730" r="30730"/>
          <a:stretch>
            <a:fillRect/>
          </a:stretch>
        </p:blipFill>
        <p:spPr>
          <a:xfrm>
            <a:off x="151798" y="1"/>
            <a:ext cx="4446705" cy="6321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62364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8ADF43-F950-48FA-92E6-2AE322E4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651"/>
            <a:ext cx="9664415" cy="681771"/>
          </a:xfrm>
        </p:spPr>
        <p:txBody>
          <a:bodyPr/>
          <a:lstStyle/>
          <a:p>
            <a:pPr algn="l"/>
            <a:r>
              <a:rPr lang="en-US" sz="2400" dirty="0"/>
              <a:t>The components OF SOCIAL MEDIA MARKETING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03B4EF-47A3-4440-B537-AAF2186AC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" y="758421"/>
            <a:ext cx="4865426" cy="58197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Breaking Down SMM: Key Components</a:t>
            </a:r>
            <a:endParaRPr lang="en-US" sz="1800" b="1" dirty="0">
              <a:effectLst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742950" lvl="1" indent="-28575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Content Creation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 Posts, videos, stories, reels, etc., tailored to each platform.</a:t>
            </a:r>
          </a:p>
          <a:p>
            <a:pPr marL="742950" lvl="1" indent="-28575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Audience Engagement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 Responding to comments, messages, and building a community.</a:t>
            </a:r>
          </a:p>
          <a:p>
            <a:pPr marL="742950" lvl="1" indent="-28575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Advertising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 Paid ads (e.g., Instagram Ads, LinkedIn Sponsored Posts).</a:t>
            </a:r>
          </a:p>
          <a:p>
            <a:pPr marL="742950" lvl="1" indent="-28575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Analytics: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Measuring performance (e.g., reach, engagement, conversions).</a:t>
            </a:r>
          </a:p>
          <a:p>
            <a:pPr marL="742950" lvl="1" indent="-28575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Influencer Marketing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 Collaborating with influencers to expand reach.</a:t>
            </a:r>
          </a:p>
          <a:p>
            <a:endParaRPr lang="en-US" dirty="0"/>
          </a:p>
        </p:txBody>
      </p:sp>
      <p:sp>
        <p:nvSpPr>
          <p:cNvPr id="7" name="AutoShape 2" descr="A professional diagram showing a brand (GraminKonnect) in the center, connected to various social media platforms with arrows. The platforms include Instagram (📸), Facebook (📘), Twitter/X (🐦), YouTube (▶️), LinkedIn (🔗), and WhatsApp (💬). Each arrow represents engagement methods: 'Reels &amp; Stories' for Instagram, 'Community &amp; Posts' for Facebook, 'Tweets &amp; Updates' for Twitter/X, 'Videos &amp; Live Streams' for YouTube, 'Networking &amp; Articles' for LinkedIn, and 'Direct Messaging &amp; Groups' for WhatsApp. The design should be clean, modern, and visually engaging.">
            <a:extLst>
              <a:ext uri="{FF2B5EF4-FFF2-40B4-BE49-F238E27FC236}">
                <a16:creationId xmlns:a16="http://schemas.microsoft.com/office/drawing/2014/main" id="{DCD31500-75B0-46C4-BCBC-5E396C0A8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Graphic 10" descr="Lightbulb with solid fill">
            <a:extLst>
              <a:ext uri="{FF2B5EF4-FFF2-40B4-BE49-F238E27FC236}">
                <a16:creationId xmlns:a16="http://schemas.microsoft.com/office/drawing/2014/main" id="{74F588B7-CBF0-4C81-897E-6E2A089BD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4198" y="669778"/>
            <a:ext cx="914400" cy="786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AD02C-1795-43DB-B826-2C679D4D5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407" y="1456559"/>
            <a:ext cx="6769883" cy="52545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BD3572-0EEC-4C78-A8A7-6B94F887A326}"/>
              </a:ext>
            </a:extLst>
          </p:cNvPr>
          <p:cNvSpPr txBox="1"/>
          <p:nvPr/>
        </p:nvSpPr>
        <p:spPr>
          <a:xfrm>
            <a:off x="5597370" y="810228"/>
            <a:ext cx="5184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What component of Social Media marketing is the below Post?</a:t>
            </a:r>
          </a:p>
        </p:txBody>
      </p:sp>
    </p:spTree>
    <p:extLst>
      <p:ext uri="{BB962C8B-B14F-4D97-AF65-F5344CB8AC3E}">
        <p14:creationId xmlns:p14="http://schemas.microsoft.com/office/powerpoint/2010/main" val="1344153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8ADF43-F950-48FA-92E6-2AE322E4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68" y="223442"/>
            <a:ext cx="7394715" cy="611193"/>
          </a:xfrm>
        </p:spPr>
        <p:txBody>
          <a:bodyPr/>
          <a:lstStyle/>
          <a:p>
            <a:pPr algn="l"/>
            <a:r>
              <a:rPr lang="en-US" sz="2400" dirty="0"/>
              <a:t>Organic vs. Paid SMM: What’s the Difference?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67D563-7FE7-4E0A-9FDF-D83EA4FAA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600871"/>
            <a:ext cx="3786121" cy="4720416"/>
          </a:xfrm>
        </p:spPr>
        <p:txBody>
          <a:bodyPr>
            <a:normAutofit lnSpcReduction="10000"/>
          </a:bodyPr>
          <a:lstStyle/>
          <a:p>
            <a:pPr marL="457200" marR="0" lvl="1" indent="0"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Organic</a:t>
            </a: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Free posts, stories, and engagement (e.g., sharing a blog post on Twitter).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Pros: Builds trust, cost-effective.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Cons: Limited reach due to algorithms.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AC4C3D-A1EB-4682-ADC2-47C53E662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21425" y="1390974"/>
            <a:ext cx="3786121" cy="4720416"/>
          </a:xfrm>
        </p:spPr>
        <p:txBody>
          <a:bodyPr>
            <a:normAutofit fontScale="92500" lnSpcReduction="10000"/>
          </a:bodyPr>
          <a:lstStyle/>
          <a:p>
            <a:pPr marL="457200" marR="0" lvl="1" indent="0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173736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Paid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 Sponsored ads, </a:t>
            </a:r>
          </a:p>
          <a:p>
            <a:pPr marL="457200" marR="0" lvl="1" indent="0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boosted posts (e.g., </a:t>
            </a:r>
          </a:p>
          <a:p>
            <a:pPr marL="457200" marR="0" lvl="1" indent="0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Facebook Ads).</a:t>
            </a:r>
          </a:p>
          <a:p>
            <a:pPr marL="457200" marR="0" lvl="1" indent="0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Pros: Targeted reach, measurable ROI.</a:t>
            </a:r>
          </a:p>
          <a:p>
            <a:pPr marL="1143000" marR="0" lvl="2" indent="-228600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Cons: Requires budget, can feel less authentic.</a:t>
            </a:r>
          </a:p>
          <a:p>
            <a:endParaRPr lang="en-US" dirty="0"/>
          </a:p>
        </p:txBody>
      </p:sp>
      <p:sp>
        <p:nvSpPr>
          <p:cNvPr id="7" name="AutoShape 2" descr="A professional diagram showing a brand (GraminKonnect) in the center, connected to various social media platforms with arrows. The platforms include Instagram (📸), Facebook (📘), Twitter/X (🐦), YouTube (▶️), LinkedIn (🔗), and WhatsApp (💬). Each arrow represents engagement methods: 'Reels &amp; Stories' for Instagram, 'Community &amp; Posts' for Facebook, 'Tweets &amp; Updates' for Twitter/X, 'Videos &amp; Live Streams' for YouTube, 'Networking &amp; Articles' for LinkedIn, and 'Direct Messaging &amp; Groups' for WhatsApp. The design should be clean, modern, and visually engaging.">
            <a:extLst>
              <a:ext uri="{FF2B5EF4-FFF2-40B4-BE49-F238E27FC236}">
                <a16:creationId xmlns:a16="http://schemas.microsoft.com/office/drawing/2014/main" id="{DCD31500-75B0-46C4-BCBC-5E396C0A8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56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Creating a social media strategy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D76178D-B0E7-417C-A911-0C9E60A9034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0730" r="30730"/>
          <a:stretch>
            <a:fillRect/>
          </a:stretch>
        </p:blipFill>
        <p:spPr>
          <a:xfrm>
            <a:off x="151798" y="1"/>
            <a:ext cx="4446705" cy="6321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42645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8ADF43-F950-48FA-92E6-2AE322E4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68" y="223442"/>
            <a:ext cx="7832036" cy="796975"/>
          </a:xfrm>
        </p:spPr>
        <p:txBody>
          <a:bodyPr/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Building a Winning Social Media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Strategy</a:t>
            </a:r>
          </a:p>
        </p:txBody>
      </p:sp>
      <p:sp>
        <p:nvSpPr>
          <p:cNvPr id="7" name="AutoShape 2" descr="A professional diagram showing a brand (GraminKonnect) in the center, connected to various social media platforms with arrows. The platforms include Instagram (📸), Facebook (📘), Twitter/X (🐦), YouTube (▶️), LinkedIn (🔗), and WhatsApp (💬). Each arrow represents engagement methods: 'Reels &amp; Stories' for Instagram, 'Community &amp; Posts' for Facebook, 'Tweets &amp; Updates' for Twitter/X, 'Videos &amp; Live Streams' for YouTube, 'Networking &amp; Articles' for LinkedIn, and 'Direct Messaging &amp; Groups' for WhatsApp. The design should be clean, modern, and visually engaging.">
            <a:extLst>
              <a:ext uri="{FF2B5EF4-FFF2-40B4-BE49-F238E27FC236}">
                <a16:creationId xmlns:a16="http://schemas.microsoft.com/office/drawing/2014/main" id="{DCD31500-75B0-46C4-BCBC-5E396C0A8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CEDBAEA-48EE-404D-B0F0-03F592D3B1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937120"/>
              </p:ext>
            </p:extLst>
          </p:nvPr>
        </p:nvGraphicFramePr>
        <p:xfrm>
          <a:off x="276086" y="8720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327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8ADF43-F950-48FA-92E6-2AE322E4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86" y="80980"/>
            <a:ext cx="7620002" cy="465671"/>
          </a:xfrm>
        </p:spPr>
        <p:txBody>
          <a:bodyPr vert="horz" lIns="91440" tIns="0" rIns="91440" bIns="0" rtlCol="0" anchor="b" anchorCtr="0">
            <a:noAutofit/>
          </a:bodyPr>
          <a:lstStyle/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sz="2400" dirty="0"/>
              <a:t>Setting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SMART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Goals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for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SMM</a:t>
            </a:r>
          </a:p>
        </p:txBody>
      </p:sp>
      <p:sp>
        <p:nvSpPr>
          <p:cNvPr id="7" name="AutoShape 2" descr="A professional diagram showing a brand (GraminKonnect) in the center, connected to various social media platforms with arrows. The platforms include Instagram (📸), Facebook (📘), Twitter/X (🐦), YouTube (▶️), LinkedIn (🔗), and WhatsApp (💬). Each arrow represents engagement methods: 'Reels &amp; Stories' for Instagram, 'Community &amp; Posts' for Facebook, 'Tweets &amp; Updates' for Twitter/X, 'Videos &amp; Live Streams' for YouTube, 'Networking &amp; Articles' for LinkedIn, and 'Direct Messaging &amp; Groups' for WhatsApp. The design should be clean, modern, and visually engaging.">
            <a:extLst>
              <a:ext uri="{FF2B5EF4-FFF2-40B4-BE49-F238E27FC236}">
                <a16:creationId xmlns:a16="http://schemas.microsoft.com/office/drawing/2014/main" id="{DCD31500-75B0-46C4-BCBC-5E396C0A8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5CAC82C-DB61-4EAF-A236-B51D06156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1165094"/>
              </p:ext>
            </p:extLst>
          </p:nvPr>
        </p:nvGraphicFramePr>
        <p:xfrm>
          <a:off x="276086" y="1072321"/>
          <a:ext cx="860949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1154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8ADF43-F950-48FA-92E6-2AE322E4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86" y="80980"/>
            <a:ext cx="7620002" cy="465671"/>
          </a:xfrm>
        </p:spPr>
        <p:txBody>
          <a:bodyPr vert="horz" lIns="91440" tIns="0" rIns="91440" bIns="0" rtlCol="0" anchor="b" anchorCtr="0">
            <a:noAutofit/>
          </a:bodyPr>
          <a:lstStyle/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sz="2400" dirty="0"/>
              <a:t>Setting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SMART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Goals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for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/>
              <a:t>SMM</a:t>
            </a:r>
          </a:p>
        </p:txBody>
      </p:sp>
      <p:sp>
        <p:nvSpPr>
          <p:cNvPr id="7" name="AutoShape 2" descr="A professional diagram showing a brand (GraminKonnect) in the center, connected to various social media platforms with arrows. The platforms include Instagram (📸), Facebook (📘), Twitter/X (🐦), YouTube (▶️), LinkedIn (🔗), and WhatsApp (💬). Each arrow represents engagement methods: 'Reels &amp; Stories' for Instagram, 'Community &amp; Posts' for Facebook, 'Tweets &amp; Updates' for Twitter/X, 'Videos &amp; Live Streams' for YouTube, 'Networking &amp; Articles' for LinkedIn, and 'Direct Messaging &amp; Groups' for WhatsApp. The design should be clean, modern, and visually engaging.">
            <a:extLst>
              <a:ext uri="{FF2B5EF4-FFF2-40B4-BE49-F238E27FC236}">
                <a16:creationId xmlns:a16="http://schemas.microsoft.com/office/drawing/2014/main" id="{DCD31500-75B0-46C4-BCBC-5E396C0A8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4EA632A1-EAC5-47C6-A55F-9FDA920EE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419035"/>
              </p:ext>
            </p:extLst>
          </p:nvPr>
        </p:nvGraphicFramePr>
        <p:xfrm>
          <a:off x="441738" y="1080944"/>
          <a:ext cx="8503480" cy="1849424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1700696">
                  <a:extLst>
                    <a:ext uri="{9D8B030D-6E8A-4147-A177-3AD203B41FA5}">
                      <a16:colId xmlns:a16="http://schemas.microsoft.com/office/drawing/2014/main" val="2130692014"/>
                    </a:ext>
                  </a:extLst>
                </a:gridCol>
                <a:gridCol w="1700696">
                  <a:extLst>
                    <a:ext uri="{9D8B030D-6E8A-4147-A177-3AD203B41FA5}">
                      <a16:colId xmlns:a16="http://schemas.microsoft.com/office/drawing/2014/main" val="4294352743"/>
                    </a:ext>
                  </a:extLst>
                </a:gridCol>
                <a:gridCol w="1700696">
                  <a:extLst>
                    <a:ext uri="{9D8B030D-6E8A-4147-A177-3AD203B41FA5}">
                      <a16:colId xmlns:a16="http://schemas.microsoft.com/office/drawing/2014/main" val="849699156"/>
                    </a:ext>
                  </a:extLst>
                </a:gridCol>
                <a:gridCol w="1700696">
                  <a:extLst>
                    <a:ext uri="{9D8B030D-6E8A-4147-A177-3AD203B41FA5}">
                      <a16:colId xmlns:a16="http://schemas.microsoft.com/office/drawing/2014/main" val="1164528272"/>
                    </a:ext>
                  </a:extLst>
                </a:gridCol>
                <a:gridCol w="1700696">
                  <a:extLst>
                    <a:ext uri="{9D8B030D-6E8A-4147-A177-3AD203B41FA5}">
                      <a16:colId xmlns:a16="http://schemas.microsoft.com/office/drawing/2014/main" val="1855723908"/>
                    </a:ext>
                  </a:extLst>
                </a:gridCol>
              </a:tblGrid>
              <a:tr h="533629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Specific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Measurable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Achievable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Relevant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Time-Bound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475368"/>
                  </a:ext>
                </a:extLst>
              </a:tr>
              <a:tr h="1315795">
                <a:tc>
                  <a:txBody>
                    <a:bodyPr/>
                    <a:lstStyle/>
                    <a:p>
                      <a:pPr rtl="0"/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Grow website traffic from Instagram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By 15% (via analytics)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Yes, with 3 weekly posts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Ties to business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In 2 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239768"/>
                  </a:ext>
                </a:extLst>
              </a:tr>
            </a:tbl>
          </a:graphicData>
        </a:graphic>
      </p:graphicFrame>
      <p:pic>
        <p:nvPicPr>
          <p:cNvPr id="6" name="Graphic 5" descr="Lightbulb with solid fill">
            <a:extLst>
              <a:ext uri="{FF2B5EF4-FFF2-40B4-BE49-F238E27FC236}">
                <a16:creationId xmlns:a16="http://schemas.microsoft.com/office/drawing/2014/main" id="{DE32CFA1-F13A-4741-AA96-67528FFE7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2858" y="3429000"/>
            <a:ext cx="914400" cy="7867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2D15AF-D2B2-46C1-89C6-91AE036B0BAD}"/>
              </a:ext>
            </a:extLst>
          </p:cNvPr>
          <p:cNvSpPr txBox="1"/>
          <p:nvPr/>
        </p:nvSpPr>
        <p:spPr>
          <a:xfrm>
            <a:off x="1898476" y="3927632"/>
            <a:ext cx="689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Design Smart Goals for “SJCIT” coffee shop’s social media.</a:t>
            </a:r>
          </a:p>
        </p:txBody>
      </p:sp>
    </p:spTree>
    <p:extLst>
      <p:ext uri="{BB962C8B-B14F-4D97-AF65-F5344CB8AC3E}">
        <p14:creationId xmlns:p14="http://schemas.microsoft.com/office/powerpoint/2010/main" val="301582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 err="1"/>
              <a:t>GrameenKonnect</a:t>
            </a:r>
            <a:r>
              <a:rPr lang="en-US" dirty="0"/>
              <a:t> Incredible India campaign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{F0691B8F-BDFE-41CF-A34A-771D80435B59}tf78438558_win32</Template>
  <TotalTime>4247</TotalTime>
  <Words>551</Words>
  <Application>Microsoft Office PowerPoint</Application>
  <PresentationFormat>Widescreen</PresentationFormat>
  <Paragraphs>91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Bahnschrift</vt:lpstr>
      <vt:lpstr>Bookman Old Style</vt:lpstr>
      <vt:lpstr>Calibri</vt:lpstr>
      <vt:lpstr>Courier New</vt:lpstr>
      <vt:lpstr>Sabon Next LT</vt:lpstr>
      <vt:lpstr>Wingdings</vt:lpstr>
      <vt:lpstr>Custom</vt:lpstr>
      <vt:lpstr>SOCIAL MEDIA MARKETING</vt:lpstr>
      <vt:lpstr>AGENDA</vt:lpstr>
      <vt:lpstr>What is social media marketing?</vt:lpstr>
      <vt:lpstr>Social media marketing</vt:lpstr>
      <vt:lpstr>The Importance of SMM in Today’s Business World</vt:lpstr>
      <vt:lpstr>Extended Breakdown of Social Media Marketing</vt:lpstr>
      <vt:lpstr>The components OF SOCIAL MEDIA MARKETING </vt:lpstr>
      <vt:lpstr>Organic vs. Paid SMM: What’s the Difference?</vt:lpstr>
      <vt:lpstr>Creating a social media strategy</vt:lpstr>
      <vt:lpstr>Building a Winning Social Media   Strategy</vt:lpstr>
      <vt:lpstr>Setting SMART Goals for SMM</vt:lpstr>
      <vt:lpstr>Setting SMART Goals for SMM</vt:lpstr>
      <vt:lpstr>USE CASE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presentation</dc:title>
  <dc:subject/>
  <dc:creator>Diptarko Das Sharma</dc:creator>
  <cp:lastModifiedBy>Diptarko Das Sharma</cp:lastModifiedBy>
  <cp:revision>73</cp:revision>
  <dcterms:created xsi:type="dcterms:W3CDTF">2025-03-23T06:05:18Z</dcterms:created>
  <dcterms:modified xsi:type="dcterms:W3CDTF">2025-04-15T05:58:55Z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