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0353" autoAdjust="0"/>
  </p:normalViewPr>
  <p:slideViewPr>
    <p:cSldViewPr snapToGrid="0" snapToObjects="1">
      <p:cViewPr varScale="1">
        <p:scale>
          <a:sx n="72" d="100"/>
          <a:sy n="72" d="100"/>
        </p:scale>
        <p:origin x="660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629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19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SALES &amp; MARKETING with  AI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956750-61F8-4447-88A9-31672A718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697" y="309563"/>
            <a:ext cx="9978886" cy="623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4FDB95-8BA9-4B8E-B675-0CA2194F4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008" y="701702"/>
            <a:ext cx="9501809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25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DE81103-8D37-4175-9593-3911A7EC2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80" y="457199"/>
            <a:ext cx="6216097" cy="640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A5815C-CC40-4C13-9B94-6830A642246C}"/>
              </a:ext>
            </a:extLst>
          </p:cNvPr>
          <p:cNvSpPr txBox="1"/>
          <p:nvPr/>
        </p:nvSpPr>
        <p:spPr>
          <a:xfrm>
            <a:off x="6966404" y="708327"/>
            <a:ext cx="4982027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/>
                </a:solidFill>
              </a:rPr>
              <a:t>What is Lead Scoring?</a:t>
            </a:r>
            <a:r>
              <a:rPr lang="en-US" sz="2000" dirty="0">
                <a:solidFill>
                  <a:schemeClr val="accent6"/>
                </a:solidFill>
              </a:rPr>
              <a:t>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Ranking leads based on conversion likelihood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AI analyzes: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Past deal closures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Email interactions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Demographics and behavior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/>
                </a:solidFill>
              </a:rPr>
              <a:t>Case Study:</a:t>
            </a:r>
            <a:endParaRPr lang="en-US" sz="2000" dirty="0">
              <a:solidFill>
                <a:schemeClr val="accent6"/>
              </a:solidFill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/>
                </a:solidFill>
              </a:rPr>
              <a:t>Company:</a:t>
            </a:r>
            <a:r>
              <a:rPr lang="en-US" sz="2000" dirty="0">
                <a:solidFill>
                  <a:schemeClr val="accent6"/>
                </a:solidFill>
              </a:rPr>
              <a:t> HubSpot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/>
                </a:solidFill>
              </a:rPr>
              <a:t>Problem:</a:t>
            </a:r>
            <a:r>
              <a:rPr lang="en-US" sz="2000" dirty="0">
                <a:solidFill>
                  <a:schemeClr val="accent6"/>
                </a:solidFill>
              </a:rPr>
              <a:t> Too many leads to manually assess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/>
                </a:solidFill>
              </a:rPr>
              <a:t>AI Solution:</a:t>
            </a:r>
            <a:r>
              <a:rPr lang="en-US" sz="2000" dirty="0">
                <a:solidFill>
                  <a:schemeClr val="accent6"/>
                </a:solidFill>
              </a:rPr>
              <a:t> Used AI to automatically score leads based on CRM interaction data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/>
                </a:solidFill>
              </a:rPr>
              <a:t>Results:</a:t>
            </a:r>
            <a:r>
              <a:rPr lang="en-US" sz="2000" dirty="0">
                <a:solidFill>
                  <a:schemeClr val="accent6"/>
                </a:solidFill>
              </a:rPr>
              <a:t> 40% increase in sales productivity, faster response to hot leads.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035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CAF3D-ECD4-478A-9C7C-2B604215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4FE62A1-8EF8-44E7-AEC9-53647E342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170" y="114300"/>
            <a:ext cx="9372600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244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CAF3D-ECD4-478A-9C7C-2B604215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EDCA501-2B82-4FE8-99BE-A11C47E8E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345"/>
            <a:ext cx="7275443" cy="670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8AFC89B8-4D50-4C08-A0D7-64ACC0589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575" y="569092"/>
            <a:ext cx="4574885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accent6"/>
                </a:solidFill>
                <a:latin typeface="+mj-lt"/>
              </a:rPr>
              <a:t>Case Study:</a:t>
            </a:r>
            <a:endParaRPr lang="en-US" altLang="en-US" sz="2400" dirty="0">
              <a:solidFill>
                <a:schemeClr val="accent6"/>
              </a:solidFill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chemeClr val="accent6"/>
                </a:solidFill>
              </a:rPr>
              <a:t>Company:</a:t>
            </a:r>
            <a:r>
              <a:rPr lang="en-US" altLang="en-US" sz="2800" dirty="0">
                <a:solidFill>
                  <a:schemeClr val="accent6"/>
                </a:solidFill>
              </a:rPr>
              <a:t> Drift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chemeClr val="accent6"/>
                </a:solidFill>
              </a:rPr>
              <a:t>Problem:</a:t>
            </a:r>
            <a:r>
              <a:rPr lang="en-US" altLang="en-US" sz="2800" dirty="0">
                <a:solidFill>
                  <a:schemeClr val="accent6"/>
                </a:solidFill>
              </a:rPr>
              <a:t> Delayed responses to incoming leads on website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chemeClr val="accent6"/>
                </a:solidFill>
              </a:rPr>
              <a:t>AI Solution:</a:t>
            </a:r>
            <a:r>
              <a:rPr lang="en-US" altLang="en-US" sz="2800" dirty="0">
                <a:solidFill>
                  <a:schemeClr val="accent6"/>
                </a:solidFill>
              </a:rPr>
              <a:t> Deployed Drift chatbot to handle queries, schedule calls, qualify leads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chemeClr val="accent6"/>
                </a:solidFill>
              </a:rPr>
              <a:t>Results:</a:t>
            </a:r>
            <a:r>
              <a:rPr lang="en-US" altLang="en-US" sz="2800" dirty="0">
                <a:solidFill>
                  <a:schemeClr val="accent6"/>
                </a:solidFill>
              </a:rPr>
              <a:t> 70% faster lead response time, increased lead conversion</a:t>
            </a:r>
          </a:p>
        </p:txBody>
      </p:sp>
    </p:spTree>
    <p:extLst>
      <p:ext uri="{BB962C8B-B14F-4D97-AF65-F5344CB8AC3E}">
        <p14:creationId xmlns:p14="http://schemas.microsoft.com/office/powerpoint/2010/main" val="1241452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CAF3D-ECD4-478A-9C7C-2B604215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4E21478C-E816-447F-A55A-86E512983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46" y="119270"/>
            <a:ext cx="7688745" cy="6738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08FC37-9B2B-4077-AB8E-2713DB54F4D1}"/>
              </a:ext>
            </a:extLst>
          </p:cNvPr>
          <p:cNvSpPr txBox="1"/>
          <p:nvPr/>
        </p:nvSpPr>
        <p:spPr>
          <a:xfrm>
            <a:off x="7982029" y="1085491"/>
            <a:ext cx="381240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AI is key for: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Customer segmentation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Predictive content recommendations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Real-time campaign tweaks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/>
                </a:solidFill>
              </a:rPr>
              <a:t>Stat:</a:t>
            </a:r>
            <a:r>
              <a:rPr lang="en-US" sz="2400" dirty="0">
                <a:solidFill>
                  <a:schemeClr val="accent6"/>
                </a:solidFill>
              </a:rPr>
              <a:t> 80% of marketers using AI report increased campaign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837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CAF3D-ECD4-478A-9C7C-2B6042157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0A5CE22-E5F6-4A9C-978C-8EF4C601A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44" y="412822"/>
            <a:ext cx="7308491" cy="605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639F20-5623-4A2D-A57E-093658481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018" y="579450"/>
            <a:ext cx="434671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6"/>
                </a:solidFill>
              </a:rPr>
              <a:t>Case Study: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6"/>
                </a:solidFill>
              </a:rPr>
              <a:t>Company: Amazon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6"/>
                </a:solidFill>
              </a:rPr>
              <a:t>Problem: Generic product listings resulted in low click-through rates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6"/>
                </a:solidFill>
              </a:rPr>
              <a:t>AI Solution: Deployed recommendation engine based on user purchase and viewing history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accent6"/>
                </a:solidFill>
              </a:rPr>
              <a:t>Results: 35% of Amazon's revenue attributed to AI-driven 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2612121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E46D5B-DCD0-4E77-BB7D-2B520DBE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227" y="1057274"/>
            <a:ext cx="8523800" cy="994164"/>
          </a:xfrm>
        </p:spPr>
        <p:txBody>
          <a:bodyPr/>
          <a:lstStyle/>
          <a:p>
            <a:r>
              <a:rPr lang="en-US" b="1" dirty="0"/>
              <a:t>Case Study - Starbucks AI-Powered Personalization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649565-ABAD-4391-8EEB-71D82127C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603514"/>
            <a:ext cx="7965460" cy="5254486"/>
          </a:xfrm>
        </p:spPr>
        <p:txBody>
          <a:bodyPr>
            <a:normAutofit fontScale="77500" lnSpcReduction="20000"/>
          </a:bodyPr>
          <a:lstStyle/>
          <a:p>
            <a:pPr marL="0" indent="0" rtl="0">
              <a:buNone/>
            </a:pPr>
            <a:r>
              <a:rPr lang="en-US" sz="1900" b="1" dirty="0"/>
              <a:t>Problem:</a:t>
            </a:r>
            <a:r>
              <a:rPr lang="en-US" sz="1900" dirty="0"/>
              <a:t> Low engagement with generic promotions across diverse customer base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900" b="1" dirty="0"/>
              <a:t>AI Solution:</a:t>
            </a:r>
            <a:endParaRPr lang="en-US" sz="1900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Starbucks used Deep Brew, its proprietary AI engine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Analyzed billions of data points: past purchases, seasonal preferences, local weather, and time of day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Deployed real-time decision engines to send highly customized offers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Personalized drink and food suggestions via mobile app and email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Adjusted promotion timing based on user's location and habits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900" b="1" dirty="0"/>
              <a:t>Implementation Channels:</a:t>
            </a:r>
            <a:endParaRPr lang="en-US" sz="1900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Starbucks Rewards App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In-store personalization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Email campaigns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900" b="1" dirty="0"/>
              <a:t>Results:</a:t>
            </a:r>
            <a:endParaRPr lang="en-US" sz="1900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3X higher customer engagement on personalized offers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300% growth in mobile orders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900" dirty="0"/>
              <a:t>10%+ increase in revenue per customer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1900" b="1" dirty="0"/>
              <a:t>Key Takeaway:</a:t>
            </a:r>
            <a:r>
              <a:rPr lang="en-US" sz="1900" dirty="0"/>
              <a:t> AI-fueled personalization is not just convenient—it’s a powerful revenue driver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CAF3D-ECD4-478A-9C7C-2B6042157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140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{F0691B8F-BDFE-41CF-A34A-771D80435B59}tf78438558_win32</Template>
  <TotalTime>4473</TotalTime>
  <Words>312</Words>
  <Application>Microsoft Office PowerPoint</Application>
  <PresentationFormat>Widescreen</PresentationFormat>
  <Paragraphs>53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Sabon Next LT</vt:lpstr>
      <vt:lpstr>Custom</vt:lpstr>
      <vt:lpstr>SALES &amp; MARKETING with 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Study - Starbucks AI-Powered Personalization 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 presentation</dc:title>
  <dc:subject/>
  <dc:creator>Diptarko Das Sharma</dc:creator>
  <cp:lastModifiedBy>Diptarko Das Sharma</cp:lastModifiedBy>
  <cp:revision>150</cp:revision>
  <dcterms:created xsi:type="dcterms:W3CDTF">2025-04-03T06:39:41Z</dcterms:created>
  <dcterms:modified xsi:type="dcterms:W3CDTF">2025-04-17T07:03:06Z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